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  <p:sldMasterId id="2147483677" r:id="rId3"/>
    <p:sldMasterId id="2147483679" r:id="rId4"/>
    <p:sldMasterId id="2147483682" r:id="rId5"/>
  </p:sldMasterIdLst>
  <p:notesMasterIdLst>
    <p:notesMasterId r:id="rId11"/>
  </p:notesMasterIdLst>
  <p:sldIdLst>
    <p:sldId id="257" r:id="rId6"/>
    <p:sldId id="258" r:id="rId7"/>
    <p:sldId id="259" r:id="rId8"/>
    <p:sldId id="260" r:id="rId9"/>
    <p:sldId id="261" r:id="rId1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25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6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284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58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064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14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6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223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43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1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77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71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53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825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6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3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763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13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045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864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851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153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37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531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96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90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825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5526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4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876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92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293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48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15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633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24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716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129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82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674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8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743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33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5682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959352" y="128557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Product / Project Name ]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23809"/>
            <a:ext cx="10588752" cy="198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                                                                                                Category: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Product / Software / Research-Product-Software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216065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50317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Collaborator Name ], [ Affiliation ]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183086" y="2276127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83086" y="2471897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T. Senthil Kumar, Professor, CSE Department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8849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943137"/>
              </p:ext>
            </p:extLst>
          </p:nvPr>
        </p:nvGraphicFramePr>
        <p:xfrm>
          <a:off x="640080" y="3274708"/>
          <a:ext cx="11274552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URL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Member Name ]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5166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Product Demo: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[URL]   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   GitHub Repository: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[URL]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63E79-8852-E211-BCE6-3E9C3F640AA7}"/>
              </a:ext>
            </a:extLst>
          </p:cNvPr>
          <p:cNvSpPr txBox="1"/>
          <p:nvPr/>
        </p:nvSpPr>
        <p:spPr>
          <a:xfrm>
            <a:off x="640080" y="5605492"/>
            <a:ext cx="99408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prepared for </a:t>
            </a: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Project / Hackathon / Industry </a:t>
            </a:r>
            <a:r>
              <a:rPr lang="en-US" sz="1600" b="1" i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</a:p>
          <a:p>
            <a:pPr marL="0" indent="0">
              <a:buNone/>
            </a:pPr>
            <a:r>
              <a:rPr lang="en-US" sz="1600" b="1" i="1" dirty="0" smtClean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If course specify the course code-Name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22" name="Picture 2" descr="Amrita Vishwa Vidyapeetham, Coimbatore: Courses, Fees ...">
            <a:extLst>
              <a:ext uri="{FF2B5EF4-FFF2-40B4-BE49-F238E27FC236}">
                <a16:creationId xmlns:a16="http://schemas.microsoft.com/office/drawing/2014/main" id="{8F23BC69-80AD-8BA8-BC5B-CEF206E3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5989" y="133557"/>
            <a:ext cx="965000" cy="9430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Statement: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888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Objective: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046221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Sub-Objectives:</a:t>
            </a:r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89320" y="4800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Architecture diagram:</a:t>
            </a:r>
          </a:p>
        </p:txBody>
      </p:sp>
      <p:sp>
        <p:nvSpPr>
          <p:cNvPr id="15" name="Text 13"/>
          <p:cNvSpPr/>
          <p:nvPr/>
        </p:nvSpPr>
        <p:spPr>
          <a:xfrm>
            <a:off x="61950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666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382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89320" y="53949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Products in the Same Area: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95237"/>
              </p:ext>
            </p:extLst>
          </p:nvPr>
        </p:nvGraphicFramePr>
        <p:xfrm>
          <a:off x="263236" y="1417320"/>
          <a:ext cx="11285635" cy="3688080"/>
        </p:xfrm>
        <a:graphic>
          <a:graphicData uri="http://schemas.openxmlformats.org/drawingml/2006/table">
            <a:tbl>
              <a:tblPr/>
              <a:tblGrid>
                <a:gridCol w="1584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893">
                  <a:extLst>
                    <a:ext uri="{9D8B030D-6E8A-4147-A177-3AD203B41FA5}">
                      <a16:colId xmlns:a16="http://schemas.microsoft.com/office/drawing/2014/main" val="2081401370"/>
                    </a:ext>
                  </a:extLst>
                </a:gridCol>
                <a:gridCol w="348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6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 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Arial"/>
                        </a:rPr>
                        <a:t>URL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of Product: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19272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96512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02152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81344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8584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64224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43416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9226296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20656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Focused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26296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Contributions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 of each team member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312776"/>
              </p:ext>
            </p:extLst>
          </p:nvPr>
        </p:nvGraphicFramePr>
        <p:xfrm>
          <a:off x="457200" y="1206454"/>
          <a:ext cx="11274552" cy="31089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Name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(Technical)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Member Name ]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Describe specific technical contribution]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2EC4925-13C0-4F9C-9EC6-BA379B2903BA}" vid="{D05CAAF7-8C12-42B7-AE16-5E8F348BAE34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31</TotalTime>
  <Words>157</Words>
  <Application>Microsoft Office PowerPoint</Application>
  <PresentationFormat>Widescreen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Avenir</vt:lpstr>
      <vt:lpstr>Calibri</vt:lpstr>
      <vt:lpstr>Cambria</vt:lpstr>
      <vt:lpstr>Garamond</vt:lpstr>
      <vt:lpstr>Poppins</vt:lpstr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CSE</cp:lastModifiedBy>
  <cp:revision>8</cp:revision>
  <dcterms:created xsi:type="dcterms:W3CDTF">2026-08-20T08:53:47Z</dcterms:created>
  <dcterms:modified xsi:type="dcterms:W3CDTF">2026-08-20T09:27:58Z</dcterms:modified>
</cp:coreProperties>
</file>