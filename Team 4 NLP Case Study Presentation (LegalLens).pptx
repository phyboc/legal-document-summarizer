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trictFirstAndLastChars="0" embedTrueTypeFonts="1" saveSubsetFonts="1" autoCompressPictures="0">
  <p:sldMasterIdLst>
    <p:sldMasterId id="2147483687" r:id="rId1"/>
    <p:sldMasterId id="2147483688" r:id="rId2"/>
  </p:sldMasterIdLst>
  <p:notesMasterIdLst>
    <p:notesMasterId r:id="rId7"/>
  </p:notesMasterIdLst>
  <p:sldIdLst>
    <p:sldId id="256" r:id="rId3"/>
    <p:sldId id="260" r:id="rId4"/>
    <p:sldId id="297" r:id="rId5"/>
    <p:sldId id="257" r:id="rId6"/>
  </p:sldIdLst>
  <p:sldSz cx="12192000" cy="6858000"/>
  <p:notesSz cx="6858000" cy="9144000"/>
  <p:embeddedFontLst>
    <p:embeddedFont>
      <p:font typeface="Perpetua Titling MT" panose="02020502060505020804" pitchFamily="18" charset="0"/>
      <p:regular r:id="rId8"/>
      <p:bold r:id="rId9"/>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144C322B-78C7-8315-39A0-A57E22A0AE97}" v="11" dt="2026-07-05T11:26:13.484"/>
    <p1510:client id="{6B2EEF65-E004-FB70-3085-62A5C7227EF0}" v="227" dt="2026-07-05T16:20:17.674"/>
    <p1510:client id="{6C9DD355-6122-89A4-7C0B-1A9D678322F3}" v="10" dt="2026-07-05T10:38:38.802"/>
    <p1510:client id="{CC4DE955-B97D-7848-8569-BF02A6A6427F}" v="117" dt="2026-07-05T09:27:40.649"/>
    <p1510:client id="{E0D1D333-D155-F7CB-B023-23FA9693B2DE}" v="166" dt="2026-07-05T08:41:07.460"/>
  </p1510:revLst>
</p1510:revInfo>
</file>

<file path=ppt/tableStyles.xml><?xml version="1.0" encoding="utf-8"?>
<a:tblStyleLst xmlns:a="http://schemas.openxmlformats.org/drawingml/2006/main" def="{B229F12B-DD2F-434A-8BDD-88915C9BCD54}">
  <a:tblStyle styleId="{B229F12B-DD2F-434A-8BDD-88915C9BCD54}" styleName="Table_0">
    <a:wholeTbl>
      <a:tcTxStyle b="off" i="off">
        <a:font>
          <a:latin typeface="Calibri"/>
          <a:ea typeface="Calibri"/>
          <a:cs typeface="Calibri"/>
        </a:font>
        <a:schemeClr val="dk1"/>
      </a:tcTxStyle>
      <a:tcStyle>
        <a:tcBdr>
          <a:left>
            <a:ln w="12700" cap="flat" cmpd="sng">
              <a:solidFill>
                <a:schemeClr val="dk1"/>
              </a:solidFill>
              <a:prstDash val="solid"/>
              <a:round/>
              <a:headEnd type="none" w="sm" len="sm"/>
              <a:tailEnd type="none" w="sm" len="sm"/>
            </a:ln>
          </a:left>
          <a:right>
            <a:ln w="12700" cap="flat" cmpd="sng">
              <a:solidFill>
                <a:schemeClr val="dk1"/>
              </a:solidFill>
              <a:prstDash val="solid"/>
              <a:round/>
              <a:headEnd type="none" w="sm" len="sm"/>
              <a:tailEnd type="none" w="sm" len="sm"/>
            </a:ln>
          </a:right>
          <a:top>
            <a:ln w="12700" cap="flat" cmpd="sng">
              <a:solidFill>
                <a:schemeClr val="dk1"/>
              </a:solidFill>
              <a:prstDash val="solid"/>
              <a:round/>
              <a:headEnd type="none" w="sm" len="sm"/>
              <a:tailEnd type="none" w="sm" len="sm"/>
            </a:ln>
          </a:top>
          <a:bottom>
            <a:ln w="12700" cap="flat" cmpd="sng">
              <a:solidFill>
                <a:schemeClr val="dk1"/>
              </a:solidFill>
              <a:prstDash val="solid"/>
              <a:round/>
              <a:headEnd type="none" w="sm" len="sm"/>
              <a:tailEnd type="none" w="sm" len="sm"/>
            </a:ln>
          </a:bottom>
          <a:insideH>
            <a:ln w="12700" cap="flat" cmpd="sng">
              <a:solidFill>
                <a:schemeClr val="dk1"/>
              </a:solidFill>
              <a:prstDash val="solid"/>
              <a:round/>
              <a:headEnd type="none" w="sm" len="sm"/>
              <a:tailEnd type="none" w="sm" len="sm"/>
            </a:ln>
          </a:insideH>
          <a:insideV>
            <a:ln w="12700" cap="flat" cmpd="sng">
              <a:solidFill>
                <a:schemeClr val="dk1"/>
              </a:solidFill>
              <a:prstDash val="solid"/>
              <a:round/>
              <a:headEnd type="none" w="sm" len="sm"/>
              <a:tailEnd type="none" w="sm" len="sm"/>
            </a:ln>
          </a:insideV>
        </a:tcBdr>
        <a:fill>
          <a:solidFill>
            <a:srgbClr val="FFFFFF">
              <a:alpha val="0"/>
            </a:srgbClr>
          </a:solidFill>
        </a:fill>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62" d="100"/>
          <a:sy n="62" d="100"/>
        </p:scale>
        <p:origin x="804" y="52"/>
      </p:cViewPr>
      <p:guideLst>
        <p:guide orient="horz" pos="2160"/>
        <p:guide pos="384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font" Target="fonts/font1.fntdata"/><Relationship Id="rId13" Type="http://schemas.openxmlformats.org/officeDocument/2006/relationships/tableStyles" Target="tableStyles.xml"/><Relationship Id="rId3" Type="http://schemas.openxmlformats.org/officeDocument/2006/relationships/slide" Target="slides/slide1.xml"/><Relationship Id="rId7" Type="http://schemas.openxmlformats.org/officeDocument/2006/relationships/notesMaster" Target="notesMasters/notesMaster1.xml"/><Relationship Id="rId12" Type="http://schemas.openxmlformats.org/officeDocument/2006/relationships/theme" Target="theme/theme1.xml"/><Relationship Id="rId2" Type="http://schemas.openxmlformats.org/officeDocument/2006/relationships/slideMaster" Target="slideMasters/slideMaster2.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viewProps" Target="viewProps.xml"/><Relationship Id="rId5" Type="http://schemas.openxmlformats.org/officeDocument/2006/relationships/slide" Target="slides/slide3.xml"/><Relationship Id="rId10" Type="http://schemas.openxmlformats.org/officeDocument/2006/relationships/presProps" Target="presProps.xml"/><Relationship Id="rId4" Type="http://schemas.openxmlformats.org/officeDocument/2006/relationships/slide" Target="slides/slide2.xml"/><Relationship Id="rId9" Type="http://schemas.openxmlformats.org/officeDocument/2006/relationships/font" Target="fonts/font2.fntdata"/><Relationship Id="rId14" Type="http://schemas.microsoft.com/office/2015/10/relationships/revisionInfo" Target="revisionInfo.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744"/>
        <p:cNvGrpSpPr/>
        <p:nvPr/>
      </p:nvGrpSpPr>
      <p:grpSpPr>
        <a:xfrm>
          <a:off x="0" y="0"/>
          <a:ext cx="0" cy="0"/>
          <a:chOff x="0" y="0"/>
          <a:chExt cx="0" cy="0"/>
        </a:xfrm>
      </p:grpSpPr>
      <p:sp>
        <p:nvSpPr>
          <p:cNvPr id="745" name="Google Shape;745;n"/>
          <p:cNvSpPr txBox="1">
            <a:spLocks noGrp="1"/>
          </p:cNvSpPr>
          <p:nvPr>
            <p:ph type="hdr" idx="2"/>
          </p:nvPr>
        </p:nvSpPr>
        <p:spPr>
          <a:xfrm>
            <a:off x="0" y="0"/>
            <a:ext cx="2971800" cy="458700"/>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746" name="Google Shape;746;n"/>
          <p:cNvSpPr txBox="1">
            <a:spLocks noGrp="1"/>
          </p:cNvSpPr>
          <p:nvPr>
            <p:ph type="dt" idx="10"/>
          </p:nvPr>
        </p:nvSpPr>
        <p:spPr>
          <a:xfrm>
            <a:off x="3884613" y="0"/>
            <a:ext cx="2971800" cy="458700"/>
          </a:xfrm>
          <a:prstGeom prst="rect">
            <a:avLst/>
          </a:prstGeom>
          <a:noFill/>
          <a:ln>
            <a:noFill/>
          </a:ln>
        </p:spPr>
        <p:txBody>
          <a:bodyPr spcFirstLastPara="1" wrap="square" lIns="91425" tIns="45700" rIns="91425" bIns="45700" anchor="t" anchorCtr="0">
            <a:noAutofit/>
          </a:bodyPr>
          <a:lstStyle>
            <a:lvl1pPr marR="0" lvl="0" algn="r"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747" name="Google Shape;747;n"/>
          <p:cNvSpPr>
            <a:spLocks noGrp="1" noRot="1" noChangeAspect="1"/>
          </p:cNvSpPr>
          <p:nvPr>
            <p:ph type="sldImg" idx="3"/>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txBody>
          <a:bodyPr/>
          <a:lstStyle/>
          <a:p>
            <a:endParaRPr lang="en-IN"/>
          </a:p>
        </p:txBody>
      </p:sp>
      <p:sp>
        <p:nvSpPr>
          <p:cNvPr id="748" name="Google Shape;748;n"/>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lvl1pPr marL="457200" marR="0" lvl="0"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L="914400" marR="0" lvl="1"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2pPr>
            <a:lvl3pPr marL="1371600" marR="0" lvl="2"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3pPr>
            <a:lvl4pPr marL="1828800" marR="0" lvl="3"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4pPr>
            <a:lvl5pPr marL="2286000" marR="0" lvl="4"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5pPr>
            <a:lvl6pPr marL="2743200" marR="0" lvl="5"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6pPr>
            <a:lvl7pPr marL="3200400" marR="0" lvl="6"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7pPr>
            <a:lvl8pPr marL="3657600" marR="0" lvl="7"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8pPr>
            <a:lvl9pPr marL="4114800" marR="0" lvl="8"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9pPr>
          </a:lstStyle>
          <a:p>
            <a:endParaRPr/>
          </a:p>
        </p:txBody>
      </p:sp>
      <p:sp>
        <p:nvSpPr>
          <p:cNvPr id="749" name="Google Shape;749;n"/>
          <p:cNvSpPr txBox="1">
            <a:spLocks noGrp="1"/>
          </p:cNvSpPr>
          <p:nvPr>
            <p:ph type="ftr" idx="11"/>
          </p:nvPr>
        </p:nvSpPr>
        <p:spPr>
          <a:xfrm>
            <a:off x="0" y="8685213"/>
            <a:ext cx="2971800" cy="458700"/>
          </a:xfrm>
          <a:prstGeom prst="rect">
            <a:avLst/>
          </a:prstGeom>
          <a:noFill/>
          <a:ln>
            <a:noFill/>
          </a:ln>
        </p:spPr>
        <p:txBody>
          <a:bodyPr spcFirstLastPara="1" wrap="square" lIns="91425" tIns="45700" rIns="91425" bIns="45700" anchor="b"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750" name="Google Shape;750;n"/>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marR="0" lvl="0" indent="0" algn="r" rtl="0">
              <a:spcBef>
                <a:spcPts val="0"/>
              </a:spcBef>
              <a:spcAft>
                <a:spcPts val="0"/>
              </a:spcAft>
              <a:buNone/>
            </a:pPr>
            <a:fld id="{00000000-1234-1234-1234-123412341234}" type="slidenum">
              <a:rPr lang="en-IN" sz="1200" b="0" i="0" u="none" strike="noStrike" cap="none">
                <a:solidFill>
                  <a:schemeClr val="dk1"/>
                </a:solidFill>
                <a:latin typeface="Calibri"/>
                <a:ea typeface="Calibri"/>
                <a:cs typeface="Calibri"/>
                <a:sym typeface="Calibri"/>
              </a:rPr>
              <a:t>‹#›</a:t>
            </a:fld>
            <a:endParaRPr sz="1200" b="0" i="0" u="none" strike="noStrike" cap="none">
              <a:solidFill>
                <a:schemeClr val="dk1"/>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23"/>
        <p:cNvGrpSpPr/>
        <p:nvPr/>
      </p:nvGrpSpPr>
      <p:grpSpPr>
        <a:xfrm>
          <a:off x="0" y="0"/>
          <a:ext cx="0" cy="0"/>
          <a:chOff x="0" y="0"/>
          <a:chExt cx="0" cy="0"/>
        </a:xfrm>
      </p:grpSpPr>
      <p:sp>
        <p:nvSpPr>
          <p:cNvPr id="1024" name="Google Shape;1024;p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txBody>
          <a:bodyPr/>
          <a:lstStyle/>
          <a:p>
            <a:endParaRPr lang="en-IN"/>
          </a:p>
        </p:txBody>
      </p:sp>
      <p:sp>
        <p:nvSpPr>
          <p:cNvPr id="1025" name="Google Shape;1025;p1: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23">
          <a:extLst>
            <a:ext uri="{FF2B5EF4-FFF2-40B4-BE49-F238E27FC236}">
              <a16:creationId xmlns:a16="http://schemas.microsoft.com/office/drawing/2014/main" id="{AFEE8A85-D5D1-7FB8-9E65-787CFEBD645E}"/>
            </a:ext>
          </a:extLst>
        </p:cNvPr>
        <p:cNvGrpSpPr/>
        <p:nvPr/>
      </p:nvGrpSpPr>
      <p:grpSpPr>
        <a:xfrm>
          <a:off x="0" y="0"/>
          <a:ext cx="0" cy="0"/>
          <a:chOff x="0" y="0"/>
          <a:chExt cx="0" cy="0"/>
        </a:xfrm>
      </p:grpSpPr>
      <p:sp>
        <p:nvSpPr>
          <p:cNvPr id="1024" name="Google Shape;1024;p1:notes">
            <a:extLst>
              <a:ext uri="{FF2B5EF4-FFF2-40B4-BE49-F238E27FC236}">
                <a16:creationId xmlns:a16="http://schemas.microsoft.com/office/drawing/2014/main" id="{941A909E-CFD5-CDAC-98BE-5003624E7F39}"/>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txBody>
          <a:bodyPr/>
          <a:lstStyle/>
          <a:p>
            <a:endParaRPr lang="en-IN"/>
          </a:p>
        </p:txBody>
      </p:sp>
      <p:sp>
        <p:nvSpPr>
          <p:cNvPr id="1025" name="Google Shape;1025;p1:notes">
            <a:extLst>
              <a:ext uri="{FF2B5EF4-FFF2-40B4-BE49-F238E27FC236}">
                <a16:creationId xmlns:a16="http://schemas.microsoft.com/office/drawing/2014/main" id="{71769CC2-3EF2-E4F8-63F4-49C0A34487B9}"/>
              </a:ext>
            </a:extLst>
          </p:cNvPr>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53066292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31"/>
        <p:cNvGrpSpPr/>
        <p:nvPr/>
      </p:nvGrpSpPr>
      <p:grpSpPr>
        <a:xfrm>
          <a:off x="0" y="0"/>
          <a:ext cx="0" cy="0"/>
          <a:chOff x="0" y="0"/>
          <a:chExt cx="0" cy="0"/>
        </a:xfrm>
      </p:grpSpPr>
      <p:sp>
        <p:nvSpPr>
          <p:cNvPr id="1032" name="Google Shape;1032;p2: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033" name="Google Shape;1033;p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IN"/>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760"/>
        <p:cNvGrpSpPr/>
        <p:nvPr/>
      </p:nvGrpSpPr>
      <p:grpSpPr>
        <a:xfrm>
          <a:off x="0" y="0"/>
          <a:ext cx="0" cy="0"/>
          <a:chOff x="0" y="0"/>
          <a:chExt cx="0" cy="0"/>
        </a:xfrm>
      </p:grpSpPr>
      <p:sp>
        <p:nvSpPr>
          <p:cNvPr id="761" name="Google Shape;761;p2"/>
          <p:cNvSpPr txBox="1">
            <a:spLocks noGrp="1"/>
          </p:cNvSpPr>
          <p:nvPr>
            <p:ph type="ctrTitle"/>
          </p:nvPr>
        </p:nvSpPr>
        <p:spPr>
          <a:xfrm>
            <a:off x="1524000" y="1122363"/>
            <a:ext cx="9144000" cy="2387700"/>
          </a:xfrm>
          <a:prstGeom prst="rect">
            <a:avLst/>
          </a:prstGeom>
          <a:noFill/>
          <a:ln>
            <a:noFill/>
          </a:ln>
        </p:spPr>
        <p:txBody>
          <a:bodyPr spcFirstLastPara="1" wrap="square" lIns="91425" tIns="45700" rIns="91425" bIns="45700" anchor="b" anchorCtr="0">
            <a:normAutofit/>
          </a:bodyPr>
          <a:lstStyle>
            <a:lvl1pPr lvl="0" algn="ctr" rtl="0">
              <a:lnSpc>
                <a:spcPct val="90000"/>
              </a:lnSpc>
              <a:spcBef>
                <a:spcPts val="0"/>
              </a:spcBef>
              <a:spcAft>
                <a:spcPts val="0"/>
              </a:spcAft>
              <a:buClr>
                <a:schemeClr val="dk1"/>
              </a:buClr>
              <a:buSzPts val="6000"/>
              <a:buFont typeface="Poppins"/>
              <a:buNone/>
              <a:defRPr sz="6000"/>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762" name="Google Shape;762;p2"/>
          <p:cNvSpPr txBox="1">
            <a:spLocks noGrp="1"/>
          </p:cNvSpPr>
          <p:nvPr>
            <p:ph type="subTitle" idx="1"/>
          </p:nvPr>
        </p:nvSpPr>
        <p:spPr>
          <a:xfrm>
            <a:off x="1524000" y="3602038"/>
            <a:ext cx="9144000" cy="1655700"/>
          </a:xfrm>
          <a:prstGeom prst="rect">
            <a:avLst/>
          </a:prstGeom>
          <a:noFill/>
          <a:ln>
            <a:noFill/>
          </a:ln>
        </p:spPr>
        <p:txBody>
          <a:bodyPr spcFirstLastPara="1" wrap="square" lIns="91425" tIns="45700" rIns="91425" bIns="45700" anchor="t" anchorCtr="0">
            <a:normAutofit/>
          </a:bodyPr>
          <a:lstStyle>
            <a:lvl1pPr lvl="0" algn="ctr" rtl="0">
              <a:lnSpc>
                <a:spcPct val="90000"/>
              </a:lnSpc>
              <a:spcBef>
                <a:spcPts val="1000"/>
              </a:spcBef>
              <a:spcAft>
                <a:spcPts val="0"/>
              </a:spcAft>
              <a:buClr>
                <a:schemeClr val="dk1"/>
              </a:buClr>
              <a:buSzPts val="2400"/>
              <a:buNone/>
              <a:defRPr sz="2400"/>
            </a:lvl1pPr>
            <a:lvl2pPr lvl="1" algn="ctr" rtl="0">
              <a:lnSpc>
                <a:spcPct val="90000"/>
              </a:lnSpc>
              <a:spcBef>
                <a:spcPts val="500"/>
              </a:spcBef>
              <a:spcAft>
                <a:spcPts val="0"/>
              </a:spcAft>
              <a:buClr>
                <a:schemeClr val="dk1"/>
              </a:buClr>
              <a:buSzPts val="2000"/>
              <a:buNone/>
              <a:defRPr sz="2000"/>
            </a:lvl2pPr>
            <a:lvl3pPr lvl="2" algn="ctr" rtl="0">
              <a:lnSpc>
                <a:spcPct val="90000"/>
              </a:lnSpc>
              <a:spcBef>
                <a:spcPts val="500"/>
              </a:spcBef>
              <a:spcAft>
                <a:spcPts val="0"/>
              </a:spcAft>
              <a:buClr>
                <a:schemeClr val="dk1"/>
              </a:buClr>
              <a:buSzPts val="1800"/>
              <a:buNone/>
              <a:defRPr sz="1800"/>
            </a:lvl3pPr>
            <a:lvl4pPr lvl="3" algn="ctr" rtl="0">
              <a:lnSpc>
                <a:spcPct val="90000"/>
              </a:lnSpc>
              <a:spcBef>
                <a:spcPts val="500"/>
              </a:spcBef>
              <a:spcAft>
                <a:spcPts val="0"/>
              </a:spcAft>
              <a:buClr>
                <a:schemeClr val="dk1"/>
              </a:buClr>
              <a:buSzPts val="1600"/>
              <a:buNone/>
              <a:defRPr sz="1600"/>
            </a:lvl4pPr>
            <a:lvl5pPr lvl="4" algn="ctr" rtl="0">
              <a:lnSpc>
                <a:spcPct val="90000"/>
              </a:lnSpc>
              <a:spcBef>
                <a:spcPts val="500"/>
              </a:spcBef>
              <a:spcAft>
                <a:spcPts val="0"/>
              </a:spcAft>
              <a:buClr>
                <a:schemeClr val="dk1"/>
              </a:buClr>
              <a:buSzPts val="1600"/>
              <a:buNone/>
              <a:defRPr sz="1600"/>
            </a:lvl5pPr>
            <a:lvl6pPr lvl="5" algn="ctr" rtl="0">
              <a:lnSpc>
                <a:spcPct val="90000"/>
              </a:lnSpc>
              <a:spcBef>
                <a:spcPts val="500"/>
              </a:spcBef>
              <a:spcAft>
                <a:spcPts val="0"/>
              </a:spcAft>
              <a:buClr>
                <a:schemeClr val="dk1"/>
              </a:buClr>
              <a:buSzPts val="1600"/>
              <a:buNone/>
              <a:defRPr sz="1600"/>
            </a:lvl6pPr>
            <a:lvl7pPr lvl="6" algn="ctr" rtl="0">
              <a:lnSpc>
                <a:spcPct val="90000"/>
              </a:lnSpc>
              <a:spcBef>
                <a:spcPts val="500"/>
              </a:spcBef>
              <a:spcAft>
                <a:spcPts val="0"/>
              </a:spcAft>
              <a:buClr>
                <a:schemeClr val="dk1"/>
              </a:buClr>
              <a:buSzPts val="1600"/>
              <a:buNone/>
              <a:defRPr sz="1600"/>
            </a:lvl7pPr>
            <a:lvl8pPr lvl="7" algn="ctr" rtl="0">
              <a:lnSpc>
                <a:spcPct val="90000"/>
              </a:lnSpc>
              <a:spcBef>
                <a:spcPts val="500"/>
              </a:spcBef>
              <a:spcAft>
                <a:spcPts val="0"/>
              </a:spcAft>
              <a:buClr>
                <a:schemeClr val="dk1"/>
              </a:buClr>
              <a:buSzPts val="1600"/>
              <a:buNone/>
              <a:defRPr sz="1600"/>
            </a:lvl8pPr>
            <a:lvl9pPr lvl="8" algn="ctr" rtl="0">
              <a:lnSpc>
                <a:spcPct val="90000"/>
              </a:lnSpc>
              <a:spcBef>
                <a:spcPts val="500"/>
              </a:spcBef>
              <a:spcAft>
                <a:spcPts val="0"/>
              </a:spcAft>
              <a:buClr>
                <a:schemeClr val="dk1"/>
              </a:buClr>
              <a:buSzPts val="1600"/>
              <a:buNone/>
              <a:defRPr sz="1600"/>
            </a:lvl9pPr>
          </a:lstStyle>
          <a:p>
            <a:endParaRPr/>
          </a:p>
        </p:txBody>
      </p:sp>
      <p:sp>
        <p:nvSpPr>
          <p:cNvPr id="763" name="Google Shape;763;p2"/>
          <p:cNvSpPr txBox="1">
            <a:spLocks noGrp="1"/>
          </p:cNvSpPr>
          <p:nvPr>
            <p:ph type="dt" idx="10"/>
          </p:nvPr>
        </p:nvSpPr>
        <p:spPr>
          <a:xfrm>
            <a:off x="838200" y="6356352"/>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764" name="Google Shape;764;p2"/>
          <p:cNvSpPr txBox="1">
            <a:spLocks noGrp="1"/>
          </p:cNvSpPr>
          <p:nvPr>
            <p:ph type="ftr" idx="11"/>
          </p:nvPr>
        </p:nvSpPr>
        <p:spPr>
          <a:xfrm>
            <a:off x="4038600" y="6356352"/>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765" name="Google Shape;765;p2"/>
          <p:cNvSpPr txBox="1">
            <a:spLocks noGrp="1"/>
          </p:cNvSpPr>
          <p:nvPr>
            <p:ph type="sldNum" idx="12"/>
          </p:nvPr>
        </p:nvSpPr>
        <p:spPr>
          <a:xfrm>
            <a:off x="8610600" y="6356352"/>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766"/>
        <p:cNvGrpSpPr/>
        <p:nvPr/>
      </p:nvGrpSpPr>
      <p:grpSpPr>
        <a:xfrm>
          <a:off x="0" y="0"/>
          <a:ext cx="0" cy="0"/>
          <a:chOff x="0" y="0"/>
          <a:chExt cx="0" cy="0"/>
        </a:xfrm>
      </p:grpSpPr>
      <p:sp>
        <p:nvSpPr>
          <p:cNvPr id="767" name="Google Shape;767;p3"/>
          <p:cNvSpPr txBox="1">
            <a:spLocks noGrp="1"/>
          </p:cNvSpPr>
          <p:nvPr>
            <p:ph type="title"/>
          </p:nvPr>
        </p:nvSpPr>
        <p:spPr>
          <a:xfrm>
            <a:off x="838200" y="365127"/>
            <a:ext cx="10515600" cy="1325700"/>
          </a:xfrm>
          <a:prstGeom prst="rect">
            <a:avLst/>
          </a:prstGeom>
          <a:noFill/>
          <a:ln>
            <a:noFill/>
          </a:ln>
        </p:spPr>
        <p:txBody>
          <a:bodyPr spcFirstLastPara="1" wrap="square" lIns="91425" tIns="45700" rIns="91425" bIns="45700" anchor="ctr" anchorCtr="0">
            <a:normAutofit/>
          </a:bodyPr>
          <a:lstStyle>
            <a:lvl1pPr lvl="0" algn="l" rtl="0">
              <a:lnSpc>
                <a:spcPct val="90000"/>
              </a:lnSpc>
              <a:spcBef>
                <a:spcPts val="0"/>
              </a:spcBef>
              <a:spcAft>
                <a:spcPts val="0"/>
              </a:spcAft>
              <a:buClr>
                <a:schemeClr val="dk1"/>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768" name="Google Shape;768;p3"/>
          <p:cNvSpPr txBox="1">
            <a:spLocks noGrp="1"/>
          </p:cNvSpPr>
          <p:nvPr>
            <p:ph type="body" idx="1"/>
          </p:nvPr>
        </p:nvSpPr>
        <p:spPr>
          <a:xfrm>
            <a:off x="838200" y="1825625"/>
            <a:ext cx="10515600" cy="4351200"/>
          </a:xfrm>
          <a:prstGeom prst="rect">
            <a:avLst/>
          </a:prstGeom>
          <a:noFill/>
          <a:ln>
            <a:noFill/>
          </a:ln>
        </p:spPr>
        <p:txBody>
          <a:bodyPr spcFirstLastPara="1" wrap="square" lIns="91425" tIns="45700" rIns="91425" bIns="45700" anchor="t" anchorCtr="0">
            <a:normAutofit/>
          </a:bodyPr>
          <a:lstStyle>
            <a:lvl1pPr marL="457200" lvl="0" indent="-406400" algn="l" rtl="0">
              <a:lnSpc>
                <a:spcPct val="90000"/>
              </a:lnSpc>
              <a:spcBef>
                <a:spcPts val="1000"/>
              </a:spcBef>
              <a:spcAft>
                <a:spcPts val="0"/>
              </a:spcAft>
              <a:buClr>
                <a:schemeClr val="dk1"/>
              </a:buClr>
              <a:buSzPts val="2800"/>
              <a:buChar char="•"/>
              <a:defRPr>
                <a:latin typeface="Avenir"/>
                <a:ea typeface="Avenir"/>
                <a:cs typeface="Avenir"/>
                <a:sym typeface="Avenir"/>
              </a:defRPr>
            </a:lvl1pPr>
            <a:lvl2pPr marL="914400" lvl="1" indent="-381000" algn="l" rtl="0">
              <a:lnSpc>
                <a:spcPct val="90000"/>
              </a:lnSpc>
              <a:spcBef>
                <a:spcPts val="500"/>
              </a:spcBef>
              <a:spcAft>
                <a:spcPts val="0"/>
              </a:spcAft>
              <a:buClr>
                <a:schemeClr val="dk1"/>
              </a:buClr>
              <a:buSzPts val="2400"/>
              <a:buChar char="•"/>
              <a:defRPr>
                <a:latin typeface="Avenir"/>
                <a:ea typeface="Avenir"/>
                <a:cs typeface="Avenir"/>
                <a:sym typeface="Avenir"/>
              </a:defRPr>
            </a:lvl2pPr>
            <a:lvl3pPr marL="1371600" lvl="2" indent="-355600" algn="l" rtl="0">
              <a:lnSpc>
                <a:spcPct val="90000"/>
              </a:lnSpc>
              <a:spcBef>
                <a:spcPts val="500"/>
              </a:spcBef>
              <a:spcAft>
                <a:spcPts val="0"/>
              </a:spcAft>
              <a:buClr>
                <a:schemeClr val="dk1"/>
              </a:buClr>
              <a:buSzPts val="2000"/>
              <a:buChar char="•"/>
              <a:defRPr>
                <a:latin typeface="Avenir"/>
                <a:ea typeface="Avenir"/>
                <a:cs typeface="Avenir"/>
                <a:sym typeface="Avenir"/>
              </a:defRPr>
            </a:lvl3pPr>
            <a:lvl4pPr marL="1828800" lvl="3" indent="-342900" algn="l" rtl="0">
              <a:lnSpc>
                <a:spcPct val="90000"/>
              </a:lnSpc>
              <a:spcBef>
                <a:spcPts val="500"/>
              </a:spcBef>
              <a:spcAft>
                <a:spcPts val="0"/>
              </a:spcAft>
              <a:buClr>
                <a:schemeClr val="dk1"/>
              </a:buClr>
              <a:buSzPts val="1800"/>
              <a:buChar char="•"/>
              <a:defRPr>
                <a:latin typeface="Avenir"/>
                <a:ea typeface="Avenir"/>
                <a:cs typeface="Avenir"/>
                <a:sym typeface="Avenir"/>
              </a:defRPr>
            </a:lvl4pPr>
            <a:lvl5pPr marL="2286000" lvl="4" indent="-342900" algn="l" rtl="0">
              <a:lnSpc>
                <a:spcPct val="90000"/>
              </a:lnSpc>
              <a:spcBef>
                <a:spcPts val="500"/>
              </a:spcBef>
              <a:spcAft>
                <a:spcPts val="0"/>
              </a:spcAft>
              <a:buClr>
                <a:schemeClr val="dk1"/>
              </a:buClr>
              <a:buSzPts val="1800"/>
              <a:buChar char="•"/>
              <a:defRPr>
                <a:latin typeface="Avenir"/>
                <a:ea typeface="Avenir"/>
                <a:cs typeface="Avenir"/>
                <a:sym typeface="Avenir"/>
              </a:defRPr>
            </a:lvl5pPr>
            <a:lvl6pPr marL="2743200" lvl="5" indent="-342900" algn="l" rtl="0">
              <a:lnSpc>
                <a:spcPct val="90000"/>
              </a:lnSpc>
              <a:spcBef>
                <a:spcPts val="500"/>
              </a:spcBef>
              <a:spcAft>
                <a:spcPts val="0"/>
              </a:spcAft>
              <a:buClr>
                <a:schemeClr val="dk1"/>
              </a:buClr>
              <a:buSzPts val="1800"/>
              <a:buChar char="•"/>
              <a:defRPr/>
            </a:lvl6pPr>
            <a:lvl7pPr marL="3200400" lvl="6" indent="-342900" algn="l" rtl="0">
              <a:lnSpc>
                <a:spcPct val="90000"/>
              </a:lnSpc>
              <a:spcBef>
                <a:spcPts val="500"/>
              </a:spcBef>
              <a:spcAft>
                <a:spcPts val="0"/>
              </a:spcAft>
              <a:buClr>
                <a:schemeClr val="dk1"/>
              </a:buClr>
              <a:buSzPts val="1800"/>
              <a:buChar char="•"/>
              <a:defRPr/>
            </a:lvl7pPr>
            <a:lvl8pPr marL="3657600" lvl="7" indent="-342900" algn="l" rtl="0">
              <a:lnSpc>
                <a:spcPct val="90000"/>
              </a:lnSpc>
              <a:spcBef>
                <a:spcPts val="500"/>
              </a:spcBef>
              <a:spcAft>
                <a:spcPts val="0"/>
              </a:spcAft>
              <a:buClr>
                <a:schemeClr val="dk1"/>
              </a:buClr>
              <a:buSzPts val="1800"/>
              <a:buChar char="•"/>
              <a:defRPr/>
            </a:lvl8pPr>
            <a:lvl9pPr marL="4114800" lvl="8" indent="-342900" algn="l" rtl="0">
              <a:lnSpc>
                <a:spcPct val="90000"/>
              </a:lnSpc>
              <a:spcBef>
                <a:spcPts val="500"/>
              </a:spcBef>
              <a:spcAft>
                <a:spcPts val="0"/>
              </a:spcAft>
              <a:buClr>
                <a:schemeClr val="dk1"/>
              </a:buClr>
              <a:buSzPts val="1800"/>
              <a:buChar char="•"/>
              <a:defRPr/>
            </a:lvl9pPr>
          </a:lstStyle>
          <a:p>
            <a:endParaRPr/>
          </a:p>
        </p:txBody>
      </p:sp>
      <p:sp>
        <p:nvSpPr>
          <p:cNvPr id="769" name="Google Shape;769;p3"/>
          <p:cNvSpPr txBox="1">
            <a:spLocks noGrp="1"/>
          </p:cNvSpPr>
          <p:nvPr>
            <p:ph type="dt" idx="10"/>
          </p:nvPr>
        </p:nvSpPr>
        <p:spPr>
          <a:xfrm>
            <a:off x="838200" y="6356352"/>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770" name="Google Shape;770;p3"/>
          <p:cNvSpPr txBox="1">
            <a:spLocks noGrp="1"/>
          </p:cNvSpPr>
          <p:nvPr>
            <p:ph type="ftr" idx="11"/>
          </p:nvPr>
        </p:nvSpPr>
        <p:spPr>
          <a:xfrm>
            <a:off x="4038600" y="6356352"/>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771" name="Google Shape;771;p3"/>
          <p:cNvSpPr txBox="1">
            <a:spLocks noGrp="1"/>
          </p:cNvSpPr>
          <p:nvPr>
            <p:ph type="sldNum" idx="12"/>
          </p:nvPr>
        </p:nvSpPr>
        <p:spPr>
          <a:xfrm>
            <a:off x="8610600" y="6356352"/>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772"/>
        <p:cNvGrpSpPr/>
        <p:nvPr/>
      </p:nvGrpSpPr>
      <p:grpSpPr>
        <a:xfrm>
          <a:off x="0" y="0"/>
          <a:ext cx="0" cy="0"/>
          <a:chOff x="0" y="0"/>
          <a:chExt cx="0" cy="0"/>
        </a:xfrm>
      </p:grpSpPr>
      <p:sp>
        <p:nvSpPr>
          <p:cNvPr id="773" name="Google Shape;773;p4"/>
          <p:cNvSpPr txBox="1">
            <a:spLocks noGrp="1"/>
          </p:cNvSpPr>
          <p:nvPr>
            <p:ph type="title"/>
          </p:nvPr>
        </p:nvSpPr>
        <p:spPr>
          <a:xfrm>
            <a:off x="831851" y="1709740"/>
            <a:ext cx="10515600" cy="2852700"/>
          </a:xfrm>
          <a:prstGeom prst="rect">
            <a:avLst/>
          </a:prstGeom>
          <a:noFill/>
          <a:ln>
            <a:noFill/>
          </a:ln>
        </p:spPr>
        <p:txBody>
          <a:bodyPr spcFirstLastPara="1" wrap="square" lIns="91425" tIns="45700" rIns="91425" bIns="45700" anchor="b" anchorCtr="0">
            <a:normAutofit/>
          </a:bodyPr>
          <a:lstStyle>
            <a:lvl1pPr lvl="0" algn="l" rtl="0">
              <a:lnSpc>
                <a:spcPct val="90000"/>
              </a:lnSpc>
              <a:spcBef>
                <a:spcPts val="0"/>
              </a:spcBef>
              <a:spcAft>
                <a:spcPts val="0"/>
              </a:spcAft>
              <a:buClr>
                <a:schemeClr val="dk1"/>
              </a:buClr>
              <a:buSzPts val="6000"/>
              <a:buFont typeface="Poppins"/>
              <a:buNone/>
              <a:defRPr sz="6000"/>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774" name="Google Shape;774;p4"/>
          <p:cNvSpPr txBox="1">
            <a:spLocks noGrp="1"/>
          </p:cNvSpPr>
          <p:nvPr>
            <p:ph type="body" idx="1"/>
          </p:nvPr>
        </p:nvSpPr>
        <p:spPr>
          <a:xfrm>
            <a:off x="831851" y="4589465"/>
            <a:ext cx="10515600" cy="1500300"/>
          </a:xfrm>
          <a:prstGeom prst="rect">
            <a:avLst/>
          </a:prstGeom>
          <a:noFill/>
          <a:ln>
            <a:noFill/>
          </a:ln>
        </p:spPr>
        <p:txBody>
          <a:bodyPr spcFirstLastPara="1" wrap="square" lIns="91425" tIns="45700" rIns="91425" bIns="45700" anchor="t" anchorCtr="0">
            <a:normAutofit/>
          </a:bodyPr>
          <a:lstStyle>
            <a:lvl1pPr marL="457200" lvl="0" indent="-228600" algn="l" rtl="0">
              <a:lnSpc>
                <a:spcPct val="90000"/>
              </a:lnSpc>
              <a:spcBef>
                <a:spcPts val="1000"/>
              </a:spcBef>
              <a:spcAft>
                <a:spcPts val="0"/>
              </a:spcAft>
              <a:buClr>
                <a:srgbClr val="888888"/>
              </a:buClr>
              <a:buSzPts val="2400"/>
              <a:buNone/>
              <a:defRPr sz="2400">
                <a:solidFill>
                  <a:srgbClr val="888888"/>
                </a:solidFill>
              </a:defRPr>
            </a:lvl1pPr>
            <a:lvl2pPr marL="914400" lvl="1" indent="-228600" algn="l" rtl="0">
              <a:lnSpc>
                <a:spcPct val="90000"/>
              </a:lnSpc>
              <a:spcBef>
                <a:spcPts val="500"/>
              </a:spcBef>
              <a:spcAft>
                <a:spcPts val="0"/>
              </a:spcAft>
              <a:buClr>
                <a:srgbClr val="888888"/>
              </a:buClr>
              <a:buSzPts val="2000"/>
              <a:buNone/>
              <a:defRPr sz="2000">
                <a:solidFill>
                  <a:srgbClr val="888888"/>
                </a:solidFill>
              </a:defRPr>
            </a:lvl2pPr>
            <a:lvl3pPr marL="1371600" lvl="2" indent="-228600" algn="l" rtl="0">
              <a:lnSpc>
                <a:spcPct val="90000"/>
              </a:lnSpc>
              <a:spcBef>
                <a:spcPts val="500"/>
              </a:spcBef>
              <a:spcAft>
                <a:spcPts val="0"/>
              </a:spcAft>
              <a:buClr>
                <a:srgbClr val="888888"/>
              </a:buClr>
              <a:buSzPts val="1800"/>
              <a:buNone/>
              <a:defRPr sz="1800">
                <a:solidFill>
                  <a:srgbClr val="888888"/>
                </a:solidFill>
              </a:defRPr>
            </a:lvl3pPr>
            <a:lvl4pPr marL="1828800" lvl="3" indent="-228600" algn="l" rtl="0">
              <a:lnSpc>
                <a:spcPct val="90000"/>
              </a:lnSpc>
              <a:spcBef>
                <a:spcPts val="500"/>
              </a:spcBef>
              <a:spcAft>
                <a:spcPts val="0"/>
              </a:spcAft>
              <a:buClr>
                <a:srgbClr val="888888"/>
              </a:buClr>
              <a:buSzPts val="1600"/>
              <a:buNone/>
              <a:defRPr sz="1600">
                <a:solidFill>
                  <a:srgbClr val="888888"/>
                </a:solidFill>
              </a:defRPr>
            </a:lvl4pPr>
            <a:lvl5pPr marL="2286000" lvl="4" indent="-228600" algn="l" rtl="0">
              <a:lnSpc>
                <a:spcPct val="90000"/>
              </a:lnSpc>
              <a:spcBef>
                <a:spcPts val="500"/>
              </a:spcBef>
              <a:spcAft>
                <a:spcPts val="0"/>
              </a:spcAft>
              <a:buClr>
                <a:srgbClr val="888888"/>
              </a:buClr>
              <a:buSzPts val="1600"/>
              <a:buNone/>
              <a:defRPr sz="1600">
                <a:solidFill>
                  <a:srgbClr val="888888"/>
                </a:solidFill>
              </a:defRPr>
            </a:lvl5pPr>
            <a:lvl6pPr marL="2743200" lvl="5" indent="-228600" algn="l" rtl="0">
              <a:lnSpc>
                <a:spcPct val="90000"/>
              </a:lnSpc>
              <a:spcBef>
                <a:spcPts val="500"/>
              </a:spcBef>
              <a:spcAft>
                <a:spcPts val="0"/>
              </a:spcAft>
              <a:buClr>
                <a:srgbClr val="888888"/>
              </a:buClr>
              <a:buSzPts val="1600"/>
              <a:buNone/>
              <a:defRPr sz="1600">
                <a:solidFill>
                  <a:srgbClr val="888888"/>
                </a:solidFill>
              </a:defRPr>
            </a:lvl6pPr>
            <a:lvl7pPr marL="3200400" lvl="6" indent="-228600" algn="l" rtl="0">
              <a:lnSpc>
                <a:spcPct val="90000"/>
              </a:lnSpc>
              <a:spcBef>
                <a:spcPts val="500"/>
              </a:spcBef>
              <a:spcAft>
                <a:spcPts val="0"/>
              </a:spcAft>
              <a:buClr>
                <a:srgbClr val="888888"/>
              </a:buClr>
              <a:buSzPts val="1600"/>
              <a:buNone/>
              <a:defRPr sz="1600">
                <a:solidFill>
                  <a:srgbClr val="888888"/>
                </a:solidFill>
              </a:defRPr>
            </a:lvl7pPr>
            <a:lvl8pPr marL="3657600" lvl="7" indent="-228600" algn="l" rtl="0">
              <a:lnSpc>
                <a:spcPct val="90000"/>
              </a:lnSpc>
              <a:spcBef>
                <a:spcPts val="500"/>
              </a:spcBef>
              <a:spcAft>
                <a:spcPts val="0"/>
              </a:spcAft>
              <a:buClr>
                <a:srgbClr val="888888"/>
              </a:buClr>
              <a:buSzPts val="1600"/>
              <a:buNone/>
              <a:defRPr sz="1600">
                <a:solidFill>
                  <a:srgbClr val="888888"/>
                </a:solidFill>
              </a:defRPr>
            </a:lvl8pPr>
            <a:lvl9pPr marL="4114800" lvl="8" indent="-228600" algn="l" rtl="0">
              <a:lnSpc>
                <a:spcPct val="90000"/>
              </a:lnSpc>
              <a:spcBef>
                <a:spcPts val="500"/>
              </a:spcBef>
              <a:spcAft>
                <a:spcPts val="0"/>
              </a:spcAft>
              <a:buClr>
                <a:srgbClr val="888888"/>
              </a:buClr>
              <a:buSzPts val="1600"/>
              <a:buNone/>
              <a:defRPr sz="1600">
                <a:solidFill>
                  <a:srgbClr val="888888"/>
                </a:solidFill>
              </a:defRPr>
            </a:lvl9pPr>
          </a:lstStyle>
          <a:p>
            <a:endParaRPr/>
          </a:p>
        </p:txBody>
      </p:sp>
      <p:sp>
        <p:nvSpPr>
          <p:cNvPr id="775" name="Google Shape;775;p4"/>
          <p:cNvSpPr txBox="1">
            <a:spLocks noGrp="1"/>
          </p:cNvSpPr>
          <p:nvPr>
            <p:ph type="dt" idx="10"/>
          </p:nvPr>
        </p:nvSpPr>
        <p:spPr>
          <a:xfrm>
            <a:off x="838200" y="6356352"/>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776" name="Google Shape;776;p4"/>
          <p:cNvSpPr txBox="1">
            <a:spLocks noGrp="1"/>
          </p:cNvSpPr>
          <p:nvPr>
            <p:ph type="ftr" idx="11"/>
          </p:nvPr>
        </p:nvSpPr>
        <p:spPr>
          <a:xfrm>
            <a:off x="4038600" y="6356352"/>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777" name="Google Shape;777;p4"/>
          <p:cNvSpPr txBox="1">
            <a:spLocks noGrp="1"/>
          </p:cNvSpPr>
          <p:nvPr>
            <p:ph type="sldNum" idx="12"/>
          </p:nvPr>
        </p:nvSpPr>
        <p:spPr>
          <a:xfrm>
            <a:off x="8610600" y="6356352"/>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778"/>
        <p:cNvGrpSpPr/>
        <p:nvPr/>
      </p:nvGrpSpPr>
      <p:grpSpPr>
        <a:xfrm>
          <a:off x="0" y="0"/>
          <a:ext cx="0" cy="0"/>
          <a:chOff x="0" y="0"/>
          <a:chExt cx="0" cy="0"/>
        </a:xfrm>
      </p:grpSpPr>
      <p:sp>
        <p:nvSpPr>
          <p:cNvPr id="779" name="Google Shape;779;p5"/>
          <p:cNvSpPr txBox="1">
            <a:spLocks noGrp="1"/>
          </p:cNvSpPr>
          <p:nvPr>
            <p:ph type="title"/>
          </p:nvPr>
        </p:nvSpPr>
        <p:spPr>
          <a:xfrm>
            <a:off x="838200" y="365127"/>
            <a:ext cx="10515600" cy="1325700"/>
          </a:xfrm>
          <a:prstGeom prst="rect">
            <a:avLst/>
          </a:prstGeom>
          <a:noFill/>
          <a:ln>
            <a:noFill/>
          </a:ln>
        </p:spPr>
        <p:txBody>
          <a:bodyPr spcFirstLastPara="1" wrap="square" lIns="91425" tIns="45700" rIns="91425" bIns="45700" anchor="ctr" anchorCtr="0">
            <a:normAutofit/>
          </a:bodyPr>
          <a:lstStyle>
            <a:lvl1pPr lvl="0" algn="l" rtl="0">
              <a:lnSpc>
                <a:spcPct val="90000"/>
              </a:lnSpc>
              <a:spcBef>
                <a:spcPts val="0"/>
              </a:spcBef>
              <a:spcAft>
                <a:spcPts val="0"/>
              </a:spcAft>
              <a:buClr>
                <a:schemeClr val="dk1"/>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780" name="Google Shape;780;p5"/>
          <p:cNvSpPr txBox="1">
            <a:spLocks noGrp="1"/>
          </p:cNvSpPr>
          <p:nvPr>
            <p:ph type="body" idx="1"/>
          </p:nvPr>
        </p:nvSpPr>
        <p:spPr>
          <a:xfrm>
            <a:off x="838200" y="1825625"/>
            <a:ext cx="5181600" cy="43512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1000"/>
              </a:spcBef>
              <a:spcAft>
                <a:spcPts val="0"/>
              </a:spcAft>
              <a:buClr>
                <a:schemeClr val="dk1"/>
              </a:buClr>
              <a:buSzPts val="1800"/>
              <a:buChar char="•"/>
              <a:defRPr/>
            </a:lvl1pPr>
            <a:lvl2pPr marL="914400" lvl="1" indent="-342900" algn="l" rtl="0">
              <a:lnSpc>
                <a:spcPct val="90000"/>
              </a:lnSpc>
              <a:spcBef>
                <a:spcPts val="500"/>
              </a:spcBef>
              <a:spcAft>
                <a:spcPts val="0"/>
              </a:spcAft>
              <a:buClr>
                <a:schemeClr val="dk1"/>
              </a:buClr>
              <a:buSzPts val="1800"/>
              <a:buChar char="•"/>
              <a:defRPr/>
            </a:lvl2pPr>
            <a:lvl3pPr marL="1371600" lvl="2" indent="-342900" algn="l" rtl="0">
              <a:lnSpc>
                <a:spcPct val="90000"/>
              </a:lnSpc>
              <a:spcBef>
                <a:spcPts val="500"/>
              </a:spcBef>
              <a:spcAft>
                <a:spcPts val="0"/>
              </a:spcAft>
              <a:buClr>
                <a:schemeClr val="dk1"/>
              </a:buClr>
              <a:buSzPts val="1800"/>
              <a:buChar char="•"/>
              <a:defRPr/>
            </a:lvl3pPr>
            <a:lvl4pPr marL="1828800" lvl="3" indent="-342900" algn="l" rtl="0">
              <a:lnSpc>
                <a:spcPct val="90000"/>
              </a:lnSpc>
              <a:spcBef>
                <a:spcPts val="500"/>
              </a:spcBef>
              <a:spcAft>
                <a:spcPts val="0"/>
              </a:spcAft>
              <a:buClr>
                <a:schemeClr val="dk1"/>
              </a:buClr>
              <a:buSzPts val="1800"/>
              <a:buChar char="•"/>
              <a:defRPr/>
            </a:lvl4pPr>
            <a:lvl5pPr marL="2286000" lvl="4" indent="-342900" algn="l" rtl="0">
              <a:lnSpc>
                <a:spcPct val="90000"/>
              </a:lnSpc>
              <a:spcBef>
                <a:spcPts val="500"/>
              </a:spcBef>
              <a:spcAft>
                <a:spcPts val="0"/>
              </a:spcAft>
              <a:buClr>
                <a:schemeClr val="dk1"/>
              </a:buClr>
              <a:buSzPts val="1800"/>
              <a:buChar char="•"/>
              <a:defRPr/>
            </a:lvl5pPr>
            <a:lvl6pPr marL="2743200" lvl="5" indent="-342900" algn="l" rtl="0">
              <a:lnSpc>
                <a:spcPct val="90000"/>
              </a:lnSpc>
              <a:spcBef>
                <a:spcPts val="500"/>
              </a:spcBef>
              <a:spcAft>
                <a:spcPts val="0"/>
              </a:spcAft>
              <a:buClr>
                <a:schemeClr val="dk1"/>
              </a:buClr>
              <a:buSzPts val="1800"/>
              <a:buChar char="•"/>
              <a:defRPr/>
            </a:lvl6pPr>
            <a:lvl7pPr marL="3200400" lvl="6" indent="-342900" algn="l" rtl="0">
              <a:lnSpc>
                <a:spcPct val="90000"/>
              </a:lnSpc>
              <a:spcBef>
                <a:spcPts val="500"/>
              </a:spcBef>
              <a:spcAft>
                <a:spcPts val="0"/>
              </a:spcAft>
              <a:buClr>
                <a:schemeClr val="dk1"/>
              </a:buClr>
              <a:buSzPts val="1800"/>
              <a:buChar char="•"/>
              <a:defRPr/>
            </a:lvl7pPr>
            <a:lvl8pPr marL="3657600" lvl="7" indent="-342900" algn="l" rtl="0">
              <a:lnSpc>
                <a:spcPct val="90000"/>
              </a:lnSpc>
              <a:spcBef>
                <a:spcPts val="500"/>
              </a:spcBef>
              <a:spcAft>
                <a:spcPts val="0"/>
              </a:spcAft>
              <a:buClr>
                <a:schemeClr val="dk1"/>
              </a:buClr>
              <a:buSzPts val="1800"/>
              <a:buChar char="•"/>
              <a:defRPr/>
            </a:lvl8pPr>
            <a:lvl9pPr marL="4114800" lvl="8" indent="-342900" algn="l" rtl="0">
              <a:lnSpc>
                <a:spcPct val="90000"/>
              </a:lnSpc>
              <a:spcBef>
                <a:spcPts val="500"/>
              </a:spcBef>
              <a:spcAft>
                <a:spcPts val="0"/>
              </a:spcAft>
              <a:buClr>
                <a:schemeClr val="dk1"/>
              </a:buClr>
              <a:buSzPts val="1800"/>
              <a:buChar char="•"/>
              <a:defRPr/>
            </a:lvl9pPr>
          </a:lstStyle>
          <a:p>
            <a:endParaRPr/>
          </a:p>
        </p:txBody>
      </p:sp>
      <p:sp>
        <p:nvSpPr>
          <p:cNvPr id="781" name="Google Shape;781;p5"/>
          <p:cNvSpPr txBox="1">
            <a:spLocks noGrp="1"/>
          </p:cNvSpPr>
          <p:nvPr>
            <p:ph type="body" idx="2"/>
          </p:nvPr>
        </p:nvSpPr>
        <p:spPr>
          <a:xfrm>
            <a:off x="6172200" y="1825625"/>
            <a:ext cx="5181600" cy="43512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1000"/>
              </a:spcBef>
              <a:spcAft>
                <a:spcPts val="0"/>
              </a:spcAft>
              <a:buClr>
                <a:schemeClr val="dk1"/>
              </a:buClr>
              <a:buSzPts val="1800"/>
              <a:buChar char="•"/>
              <a:defRPr/>
            </a:lvl1pPr>
            <a:lvl2pPr marL="914400" lvl="1" indent="-342900" algn="l" rtl="0">
              <a:lnSpc>
                <a:spcPct val="90000"/>
              </a:lnSpc>
              <a:spcBef>
                <a:spcPts val="500"/>
              </a:spcBef>
              <a:spcAft>
                <a:spcPts val="0"/>
              </a:spcAft>
              <a:buClr>
                <a:schemeClr val="dk1"/>
              </a:buClr>
              <a:buSzPts val="1800"/>
              <a:buChar char="•"/>
              <a:defRPr/>
            </a:lvl2pPr>
            <a:lvl3pPr marL="1371600" lvl="2" indent="-342900" algn="l" rtl="0">
              <a:lnSpc>
                <a:spcPct val="90000"/>
              </a:lnSpc>
              <a:spcBef>
                <a:spcPts val="500"/>
              </a:spcBef>
              <a:spcAft>
                <a:spcPts val="0"/>
              </a:spcAft>
              <a:buClr>
                <a:schemeClr val="dk1"/>
              </a:buClr>
              <a:buSzPts val="1800"/>
              <a:buChar char="•"/>
              <a:defRPr/>
            </a:lvl3pPr>
            <a:lvl4pPr marL="1828800" lvl="3" indent="-342900" algn="l" rtl="0">
              <a:lnSpc>
                <a:spcPct val="90000"/>
              </a:lnSpc>
              <a:spcBef>
                <a:spcPts val="500"/>
              </a:spcBef>
              <a:spcAft>
                <a:spcPts val="0"/>
              </a:spcAft>
              <a:buClr>
                <a:schemeClr val="dk1"/>
              </a:buClr>
              <a:buSzPts val="1800"/>
              <a:buChar char="•"/>
              <a:defRPr/>
            </a:lvl4pPr>
            <a:lvl5pPr marL="2286000" lvl="4" indent="-342900" algn="l" rtl="0">
              <a:lnSpc>
                <a:spcPct val="90000"/>
              </a:lnSpc>
              <a:spcBef>
                <a:spcPts val="500"/>
              </a:spcBef>
              <a:spcAft>
                <a:spcPts val="0"/>
              </a:spcAft>
              <a:buClr>
                <a:schemeClr val="dk1"/>
              </a:buClr>
              <a:buSzPts val="1800"/>
              <a:buChar char="•"/>
              <a:defRPr/>
            </a:lvl5pPr>
            <a:lvl6pPr marL="2743200" lvl="5" indent="-342900" algn="l" rtl="0">
              <a:lnSpc>
                <a:spcPct val="90000"/>
              </a:lnSpc>
              <a:spcBef>
                <a:spcPts val="500"/>
              </a:spcBef>
              <a:spcAft>
                <a:spcPts val="0"/>
              </a:spcAft>
              <a:buClr>
                <a:schemeClr val="dk1"/>
              </a:buClr>
              <a:buSzPts val="1800"/>
              <a:buChar char="•"/>
              <a:defRPr/>
            </a:lvl6pPr>
            <a:lvl7pPr marL="3200400" lvl="6" indent="-342900" algn="l" rtl="0">
              <a:lnSpc>
                <a:spcPct val="90000"/>
              </a:lnSpc>
              <a:spcBef>
                <a:spcPts val="500"/>
              </a:spcBef>
              <a:spcAft>
                <a:spcPts val="0"/>
              </a:spcAft>
              <a:buClr>
                <a:schemeClr val="dk1"/>
              </a:buClr>
              <a:buSzPts val="1800"/>
              <a:buChar char="•"/>
              <a:defRPr/>
            </a:lvl7pPr>
            <a:lvl8pPr marL="3657600" lvl="7" indent="-342900" algn="l" rtl="0">
              <a:lnSpc>
                <a:spcPct val="90000"/>
              </a:lnSpc>
              <a:spcBef>
                <a:spcPts val="500"/>
              </a:spcBef>
              <a:spcAft>
                <a:spcPts val="0"/>
              </a:spcAft>
              <a:buClr>
                <a:schemeClr val="dk1"/>
              </a:buClr>
              <a:buSzPts val="1800"/>
              <a:buChar char="•"/>
              <a:defRPr/>
            </a:lvl8pPr>
            <a:lvl9pPr marL="4114800" lvl="8" indent="-342900" algn="l" rtl="0">
              <a:lnSpc>
                <a:spcPct val="90000"/>
              </a:lnSpc>
              <a:spcBef>
                <a:spcPts val="500"/>
              </a:spcBef>
              <a:spcAft>
                <a:spcPts val="0"/>
              </a:spcAft>
              <a:buClr>
                <a:schemeClr val="dk1"/>
              </a:buClr>
              <a:buSzPts val="1800"/>
              <a:buChar char="•"/>
              <a:defRPr/>
            </a:lvl9pPr>
          </a:lstStyle>
          <a:p>
            <a:endParaRPr/>
          </a:p>
        </p:txBody>
      </p:sp>
      <p:sp>
        <p:nvSpPr>
          <p:cNvPr id="782" name="Google Shape;782;p5"/>
          <p:cNvSpPr txBox="1">
            <a:spLocks noGrp="1"/>
          </p:cNvSpPr>
          <p:nvPr>
            <p:ph type="dt" idx="10"/>
          </p:nvPr>
        </p:nvSpPr>
        <p:spPr>
          <a:xfrm>
            <a:off x="838200" y="6356352"/>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783" name="Google Shape;783;p5"/>
          <p:cNvSpPr txBox="1">
            <a:spLocks noGrp="1"/>
          </p:cNvSpPr>
          <p:nvPr>
            <p:ph type="ftr" idx="11"/>
          </p:nvPr>
        </p:nvSpPr>
        <p:spPr>
          <a:xfrm>
            <a:off x="4038600" y="6356352"/>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784" name="Google Shape;784;p5"/>
          <p:cNvSpPr txBox="1">
            <a:spLocks noGrp="1"/>
          </p:cNvSpPr>
          <p:nvPr>
            <p:ph type="sldNum" idx="12"/>
          </p:nvPr>
        </p:nvSpPr>
        <p:spPr>
          <a:xfrm>
            <a:off x="8610600" y="6356352"/>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785"/>
        <p:cNvGrpSpPr/>
        <p:nvPr/>
      </p:nvGrpSpPr>
      <p:grpSpPr>
        <a:xfrm>
          <a:off x="0" y="0"/>
          <a:ext cx="0" cy="0"/>
          <a:chOff x="0" y="0"/>
          <a:chExt cx="0" cy="0"/>
        </a:xfrm>
      </p:grpSpPr>
      <p:sp>
        <p:nvSpPr>
          <p:cNvPr id="786" name="Google Shape;786;p6"/>
          <p:cNvSpPr txBox="1">
            <a:spLocks noGrp="1"/>
          </p:cNvSpPr>
          <p:nvPr>
            <p:ph type="title"/>
          </p:nvPr>
        </p:nvSpPr>
        <p:spPr>
          <a:xfrm>
            <a:off x="839788" y="365127"/>
            <a:ext cx="10515600" cy="1325700"/>
          </a:xfrm>
          <a:prstGeom prst="rect">
            <a:avLst/>
          </a:prstGeom>
          <a:noFill/>
          <a:ln>
            <a:noFill/>
          </a:ln>
        </p:spPr>
        <p:txBody>
          <a:bodyPr spcFirstLastPara="1" wrap="square" lIns="91425" tIns="45700" rIns="91425" bIns="45700" anchor="ctr" anchorCtr="0">
            <a:normAutofit/>
          </a:bodyPr>
          <a:lstStyle>
            <a:lvl1pPr lvl="0" algn="l" rtl="0">
              <a:lnSpc>
                <a:spcPct val="90000"/>
              </a:lnSpc>
              <a:spcBef>
                <a:spcPts val="0"/>
              </a:spcBef>
              <a:spcAft>
                <a:spcPts val="0"/>
              </a:spcAft>
              <a:buClr>
                <a:schemeClr val="dk1"/>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787" name="Google Shape;787;p6"/>
          <p:cNvSpPr txBox="1">
            <a:spLocks noGrp="1"/>
          </p:cNvSpPr>
          <p:nvPr>
            <p:ph type="body" idx="1"/>
          </p:nvPr>
        </p:nvSpPr>
        <p:spPr>
          <a:xfrm>
            <a:off x="839789" y="1681163"/>
            <a:ext cx="5157900" cy="823800"/>
          </a:xfrm>
          <a:prstGeom prst="rect">
            <a:avLst/>
          </a:prstGeom>
          <a:noFill/>
          <a:ln>
            <a:noFill/>
          </a:ln>
        </p:spPr>
        <p:txBody>
          <a:bodyPr spcFirstLastPara="1" wrap="square" lIns="91425" tIns="45700" rIns="91425" bIns="45700" anchor="b" anchorCtr="0">
            <a:normAutofit/>
          </a:bodyPr>
          <a:lstStyle>
            <a:lvl1pPr marL="457200" lvl="0" indent="-228600" algn="l" rtl="0">
              <a:lnSpc>
                <a:spcPct val="90000"/>
              </a:lnSpc>
              <a:spcBef>
                <a:spcPts val="1000"/>
              </a:spcBef>
              <a:spcAft>
                <a:spcPts val="0"/>
              </a:spcAft>
              <a:buClr>
                <a:schemeClr val="dk1"/>
              </a:buClr>
              <a:buSzPts val="2400"/>
              <a:buNone/>
              <a:defRPr sz="2400" b="1"/>
            </a:lvl1pPr>
            <a:lvl2pPr marL="914400" lvl="1" indent="-228600" algn="l" rtl="0">
              <a:lnSpc>
                <a:spcPct val="90000"/>
              </a:lnSpc>
              <a:spcBef>
                <a:spcPts val="500"/>
              </a:spcBef>
              <a:spcAft>
                <a:spcPts val="0"/>
              </a:spcAft>
              <a:buClr>
                <a:schemeClr val="dk1"/>
              </a:buClr>
              <a:buSzPts val="2000"/>
              <a:buNone/>
              <a:defRPr sz="2000" b="1"/>
            </a:lvl2pPr>
            <a:lvl3pPr marL="1371600" lvl="2" indent="-228600" algn="l" rtl="0">
              <a:lnSpc>
                <a:spcPct val="90000"/>
              </a:lnSpc>
              <a:spcBef>
                <a:spcPts val="500"/>
              </a:spcBef>
              <a:spcAft>
                <a:spcPts val="0"/>
              </a:spcAft>
              <a:buClr>
                <a:schemeClr val="dk1"/>
              </a:buClr>
              <a:buSzPts val="1800"/>
              <a:buNone/>
              <a:defRPr sz="1800" b="1"/>
            </a:lvl3pPr>
            <a:lvl4pPr marL="1828800" lvl="3" indent="-228600" algn="l" rtl="0">
              <a:lnSpc>
                <a:spcPct val="90000"/>
              </a:lnSpc>
              <a:spcBef>
                <a:spcPts val="500"/>
              </a:spcBef>
              <a:spcAft>
                <a:spcPts val="0"/>
              </a:spcAft>
              <a:buClr>
                <a:schemeClr val="dk1"/>
              </a:buClr>
              <a:buSzPts val="1600"/>
              <a:buNone/>
              <a:defRPr sz="1600" b="1"/>
            </a:lvl4pPr>
            <a:lvl5pPr marL="2286000" lvl="4" indent="-228600" algn="l" rtl="0">
              <a:lnSpc>
                <a:spcPct val="90000"/>
              </a:lnSpc>
              <a:spcBef>
                <a:spcPts val="500"/>
              </a:spcBef>
              <a:spcAft>
                <a:spcPts val="0"/>
              </a:spcAft>
              <a:buClr>
                <a:schemeClr val="dk1"/>
              </a:buClr>
              <a:buSzPts val="1600"/>
              <a:buNone/>
              <a:defRPr sz="1600" b="1"/>
            </a:lvl5pPr>
            <a:lvl6pPr marL="2743200" lvl="5" indent="-228600" algn="l" rtl="0">
              <a:lnSpc>
                <a:spcPct val="90000"/>
              </a:lnSpc>
              <a:spcBef>
                <a:spcPts val="500"/>
              </a:spcBef>
              <a:spcAft>
                <a:spcPts val="0"/>
              </a:spcAft>
              <a:buClr>
                <a:schemeClr val="dk1"/>
              </a:buClr>
              <a:buSzPts val="1600"/>
              <a:buNone/>
              <a:defRPr sz="1600" b="1"/>
            </a:lvl6pPr>
            <a:lvl7pPr marL="3200400" lvl="6" indent="-228600" algn="l" rtl="0">
              <a:lnSpc>
                <a:spcPct val="90000"/>
              </a:lnSpc>
              <a:spcBef>
                <a:spcPts val="500"/>
              </a:spcBef>
              <a:spcAft>
                <a:spcPts val="0"/>
              </a:spcAft>
              <a:buClr>
                <a:schemeClr val="dk1"/>
              </a:buClr>
              <a:buSzPts val="1600"/>
              <a:buNone/>
              <a:defRPr sz="1600" b="1"/>
            </a:lvl7pPr>
            <a:lvl8pPr marL="3657600" lvl="7" indent="-228600" algn="l" rtl="0">
              <a:lnSpc>
                <a:spcPct val="90000"/>
              </a:lnSpc>
              <a:spcBef>
                <a:spcPts val="500"/>
              </a:spcBef>
              <a:spcAft>
                <a:spcPts val="0"/>
              </a:spcAft>
              <a:buClr>
                <a:schemeClr val="dk1"/>
              </a:buClr>
              <a:buSzPts val="1600"/>
              <a:buNone/>
              <a:defRPr sz="1600" b="1"/>
            </a:lvl8pPr>
            <a:lvl9pPr marL="4114800" lvl="8" indent="-228600" algn="l" rtl="0">
              <a:lnSpc>
                <a:spcPct val="90000"/>
              </a:lnSpc>
              <a:spcBef>
                <a:spcPts val="500"/>
              </a:spcBef>
              <a:spcAft>
                <a:spcPts val="0"/>
              </a:spcAft>
              <a:buClr>
                <a:schemeClr val="dk1"/>
              </a:buClr>
              <a:buSzPts val="1600"/>
              <a:buNone/>
              <a:defRPr sz="1600" b="1"/>
            </a:lvl9pPr>
          </a:lstStyle>
          <a:p>
            <a:endParaRPr/>
          </a:p>
        </p:txBody>
      </p:sp>
      <p:sp>
        <p:nvSpPr>
          <p:cNvPr id="788" name="Google Shape;788;p6"/>
          <p:cNvSpPr txBox="1">
            <a:spLocks noGrp="1"/>
          </p:cNvSpPr>
          <p:nvPr>
            <p:ph type="body" idx="2"/>
          </p:nvPr>
        </p:nvSpPr>
        <p:spPr>
          <a:xfrm>
            <a:off x="839789" y="2505075"/>
            <a:ext cx="5157900" cy="36846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1000"/>
              </a:spcBef>
              <a:spcAft>
                <a:spcPts val="0"/>
              </a:spcAft>
              <a:buClr>
                <a:schemeClr val="dk1"/>
              </a:buClr>
              <a:buSzPts val="1800"/>
              <a:buChar char="•"/>
              <a:defRPr/>
            </a:lvl1pPr>
            <a:lvl2pPr marL="914400" lvl="1" indent="-342900" algn="l" rtl="0">
              <a:lnSpc>
                <a:spcPct val="90000"/>
              </a:lnSpc>
              <a:spcBef>
                <a:spcPts val="500"/>
              </a:spcBef>
              <a:spcAft>
                <a:spcPts val="0"/>
              </a:spcAft>
              <a:buClr>
                <a:schemeClr val="dk1"/>
              </a:buClr>
              <a:buSzPts val="1800"/>
              <a:buChar char="•"/>
              <a:defRPr/>
            </a:lvl2pPr>
            <a:lvl3pPr marL="1371600" lvl="2" indent="-342900" algn="l" rtl="0">
              <a:lnSpc>
                <a:spcPct val="90000"/>
              </a:lnSpc>
              <a:spcBef>
                <a:spcPts val="500"/>
              </a:spcBef>
              <a:spcAft>
                <a:spcPts val="0"/>
              </a:spcAft>
              <a:buClr>
                <a:schemeClr val="dk1"/>
              </a:buClr>
              <a:buSzPts val="1800"/>
              <a:buChar char="•"/>
              <a:defRPr/>
            </a:lvl3pPr>
            <a:lvl4pPr marL="1828800" lvl="3" indent="-342900" algn="l" rtl="0">
              <a:lnSpc>
                <a:spcPct val="90000"/>
              </a:lnSpc>
              <a:spcBef>
                <a:spcPts val="500"/>
              </a:spcBef>
              <a:spcAft>
                <a:spcPts val="0"/>
              </a:spcAft>
              <a:buClr>
                <a:schemeClr val="dk1"/>
              </a:buClr>
              <a:buSzPts val="1800"/>
              <a:buChar char="•"/>
              <a:defRPr/>
            </a:lvl4pPr>
            <a:lvl5pPr marL="2286000" lvl="4" indent="-342900" algn="l" rtl="0">
              <a:lnSpc>
                <a:spcPct val="90000"/>
              </a:lnSpc>
              <a:spcBef>
                <a:spcPts val="500"/>
              </a:spcBef>
              <a:spcAft>
                <a:spcPts val="0"/>
              </a:spcAft>
              <a:buClr>
                <a:schemeClr val="dk1"/>
              </a:buClr>
              <a:buSzPts val="1800"/>
              <a:buChar char="•"/>
              <a:defRPr/>
            </a:lvl5pPr>
            <a:lvl6pPr marL="2743200" lvl="5" indent="-342900" algn="l" rtl="0">
              <a:lnSpc>
                <a:spcPct val="90000"/>
              </a:lnSpc>
              <a:spcBef>
                <a:spcPts val="500"/>
              </a:spcBef>
              <a:spcAft>
                <a:spcPts val="0"/>
              </a:spcAft>
              <a:buClr>
                <a:schemeClr val="dk1"/>
              </a:buClr>
              <a:buSzPts val="1800"/>
              <a:buChar char="•"/>
              <a:defRPr/>
            </a:lvl6pPr>
            <a:lvl7pPr marL="3200400" lvl="6" indent="-342900" algn="l" rtl="0">
              <a:lnSpc>
                <a:spcPct val="90000"/>
              </a:lnSpc>
              <a:spcBef>
                <a:spcPts val="500"/>
              </a:spcBef>
              <a:spcAft>
                <a:spcPts val="0"/>
              </a:spcAft>
              <a:buClr>
                <a:schemeClr val="dk1"/>
              </a:buClr>
              <a:buSzPts val="1800"/>
              <a:buChar char="•"/>
              <a:defRPr/>
            </a:lvl7pPr>
            <a:lvl8pPr marL="3657600" lvl="7" indent="-342900" algn="l" rtl="0">
              <a:lnSpc>
                <a:spcPct val="90000"/>
              </a:lnSpc>
              <a:spcBef>
                <a:spcPts val="500"/>
              </a:spcBef>
              <a:spcAft>
                <a:spcPts val="0"/>
              </a:spcAft>
              <a:buClr>
                <a:schemeClr val="dk1"/>
              </a:buClr>
              <a:buSzPts val="1800"/>
              <a:buChar char="•"/>
              <a:defRPr/>
            </a:lvl8pPr>
            <a:lvl9pPr marL="4114800" lvl="8" indent="-342900" algn="l" rtl="0">
              <a:lnSpc>
                <a:spcPct val="90000"/>
              </a:lnSpc>
              <a:spcBef>
                <a:spcPts val="500"/>
              </a:spcBef>
              <a:spcAft>
                <a:spcPts val="0"/>
              </a:spcAft>
              <a:buClr>
                <a:schemeClr val="dk1"/>
              </a:buClr>
              <a:buSzPts val="1800"/>
              <a:buChar char="•"/>
              <a:defRPr/>
            </a:lvl9pPr>
          </a:lstStyle>
          <a:p>
            <a:endParaRPr/>
          </a:p>
        </p:txBody>
      </p:sp>
      <p:sp>
        <p:nvSpPr>
          <p:cNvPr id="789" name="Google Shape;789;p6"/>
          <p:cNvSpPr txBox="1">
            <a:spLocks noGrp="1"/>
          </p:cNvSpPr>
          <p:nvPr>
            <p:ph type="body" idx="3"/>
          </p:nvPr>
        </p:nvSpPr>
        <p:spPr>
          <a:xfrm>
            <a:off x="6172201" y="1681163"/>
            <a:ext cx="5183100" cy="823800"/>
          </a:xfrm>
          <a:prstGeom prst="rect">
            <a:avLst/>
          </a:prstGeom>
          <a:noFill/>
          <a:ln>
            <a:noFill/>
          </a:ln>
        </p:spPr>
        <p:txBody>
          <a:bodyPr spcFirstLastPara="1" wrap="square" lIns="91425" tIns="45700" rIns="91425" bIns="45700" anchor="b" anchorCtr="0">
            <a:normAutofit/>
          </a:bodyPr>
          <a:lstStyle>
            <a:lvl1pPr marL="457200" lvl="0" indent="-228600" algn="l" rtl="0">
              <a:lnSpc>
                <a:spcPct val="90000"/>
              </a:lnSpc>
              <a:spcBef>
                <a:spcPts val="1000"/>
              </a:spcBef>
              <a:spcAft>
                <a:spcPts val="0"/>
              </a:spcAft>
              <a:buClr>
                <a:schemeClr val="dk1"/>
              </a:buClr>
              <a:buSzPts val="2400"/>
              <a:buNone/>
              <a:defRPr sz="2400" b="1"/>
            </a:lvl1pPr>
            <a:lvl2pPr marL="914400" lvl="1" indent="-228600" algn="l" rtl="0">
              <a:lnSpc>
                <a:spcPct val="90000"/>
              </a:lnSpc>
              <a:spcBef>
                <a:spcPts val="500"/>
              </a:spcBef>
              <a:spcAft>
                <a:spcPts val="0"/>
              </a:spcAft>
              <a:buClr>
                <a:schemeClr val="dk1"/>
              </a:buClr>
              <a:buSzPts val="2000"/>
              <a:buNone/>
              <a:defRPr sz="2000" b="1"/>
            </a:lvl2pPr>
            <a:lvl3pPr marL="1371600" lvl="2" indent="-228600" algn="l" rtl="0">
              <a:lnSpc>
                <a:spcPct val="90000"/>
              </a:lnSpc>
              <a:spcBef>
                <a:spcPts val="500"/>
              </a:spcBef>
              <a:spcAft>
                <a:spcPts val="0"/>
              </a:spcAft>
              <a:buClr>
                <a:schemeClr val="dk1"/>
              </a:buClr>
              <a:buSzPts val="1800"/>
              <a:buNone/>
              <a:defRPr sz="1800" b="1"/>
            </a:lvl3pPr>
            <a:lvl4pPr marL="1828800" lvl="3" indent="-228600" algn="l" rtl="0">
              <a:lnSpc>
                <a:spcPct val="90000"/>
              </a:lnSpc>
              <a:spcBef>
                <a:spcPts val="500"/>
              </a:spcBef>
              <a:spcAft>
                <a:spcPts val="0"/>
              </a:spcAft>
              <a:buClr>
                <a:schemeClr val="dk1"/>
              </a:buClr>
              <a:buSzPts val="1600"/>
              <a:buNone/>
              <a:defRPr sz="1600" b="1"/>
            </a:lvl4pPr>
            <a:lvl5pPr marL="2286000" lvl="4" indent="-228600" algn="l" rtl="0">
              <a:lnSpc>
                <a:spcPct val="90000"/>
              </a:lnSpc>
              <a:spcBef>
                <a:spcPts val="500"/>
              </a:spcBef>
              <a:spcAft>
                <a:spcPts val="0"/>
              </a:spcAft>
              <a:buClr>
                <a:schemeClr val="dk1"/>
              </a:buClr>
              <a:buSzPts val="1600"/>
              <a:buNone/>
              <a:defRPr sz="1600" b="1"/>
            </a:lvl5pPr>
            <a:lvl6pPr marL="2743200" lvl="5" indent="-228600" algn="l" rtl="0">
              <a:lnSpc>
                <a:spcPct val="90000"/>
              </a:lnSpc>
              <a:spcBef>
                <a:spcPts val="500"/>
              </a:spcBef>
              <a:spcAft>
                <a:spcPts val="0"/>
              </a:spcAft>
              <a:buClr>
                <a:schemeClr val="dk1"/>
              </a:buClr>
              <a:buSzPts val="1600"/>
              <a:buNone/>
              <a:defRPr sz="1600" b="1"/>
            </a:lvl6pPr>
            <a:lvl7pPr marL="3200400" lvl="6" indent="-228600" algn="l" rtl="0">
              <a:lnSpc>
                <a:spcPct val="90000"/>
              </a:lnSpc>
              <a:spcBef>
                <a:spcPts val="500"/>
              </a:spcBef>
              <a:spcAft>
                <a:spcPts val="0"/>
              </a:spcAft>
              <a:buClr>
                <a:schemeClr val="dk1"/>
              </a:buClr>
              <a:buSzPts val="1600"/>
              <a:buNone/>
              <a:defRPr sz="1600" b="1"/>
            </a:lvl7pPr>
            <a:lvl8pPr marL="3657600" lvl="7" indent="-228600" algn="l" rtl="0">
              <a:lnSpc>
                <a:spcPct val="90000"/>
              </a:lnSpc>
              <a:spcBef>
                <a:spcPts val="500"/>
              </a:spcBef>
              <a:spcAft>
                <a:spcPts val="0"/>
              </a:spcAft>
              <a:buClr>
                <a:schemeClr val="dk1"/>
              </a:buClr>
              <a:buSzPts val="1600"/>
              <a:buNone/>
              <a:defRPr sz="1600" b="1"/>
            </a:lvl8pPr>
            <a:lvl9pPr marL="4114800" lvl="8" indent="-228600" algn="l" rtl="0">
              <a:lnSpc>
                <a:spcPct val="90000"/>
              </a:lnSpc>
              <a:spcBef>
                <a:spcPts val="500"/>
              </a:spcBef>
              <a:spcAft>
                <a:spcPts val="0"/>
              </a:spcAft>
              <a:buClr>
                <a:schemeClr val="dk1"/>
              </a:buClr>
              <a:buSzPts val="1600"/>
              <a:buNone/>
              <a:defRPr sz="1600" b="1"/>
            </a:lvl9pPr>
          </a:lstStyle>
          <a:p>
            <a:endParaRPr/>
          </a:p>
        </p:txBody>
      </p:sp>
      <p:sp>
        <p:nvSpPr>
          <p:cNvPr id="790" name="Google Shape;790;p6"/>
          <p:cNvSpPr txBox="1">
            <a:spLocks noGrp="1"/>
          </p:cNvSpPr>
          <p:nvPr>
            <p:ph type="body" idx="4"/>
          </p:nvPr>
        </p:nvSpPr>
        <p:spPr>
          <a:xfrm>
            <a:off x="6172201" y="2505075"/>
            <a:ext cx="5183100" cy="36846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1000"/>
              </a:spcBef>
              <a:spcAft>
                <a:spcPts val="0"/>
              </a:spcAft>
              <a:buClr>
                <a:schemeClr val="dk1"/>
              </a:buClr>
              <a:buSzPts val="1800"/>
              <a:buChar char="•"/>
              <a:defRPr/>
            </a:lvl1pPr>
            <a:lvl2pPr marL="914400" lvl="1" indent="-342900" algn="l" rtl="0">
              <a:lnSpc>
                <a:spcPct val="90000"/>
              </a:lnSpc>
              <a:spcBef>
                <a:spcPts val="500"/>
              </a:spcBef>
              <a:spcAft>
                <a:spcPts val="0"/>
              </a:spcAft>
              <a:buClr>
                <a:schemeClr val="dk1"/>
              </a:buClr>
              <a:buSzPts val="1800"/>
              <a:buChar char="•"/>
              <a:defRPr/>
            </a:lvl2pPr>
            <a:lvl3pPr marL="1371600" lvl="2" indent="-342900" algn="l" rtl="0">
              <a:lnSpc>
                <a:spcPct val="90000"/>
              </a:lnSpc>
              <a:spcBef>
                <a:spcPts val="500"/>
              </a:spcBef>
              <a:spcAft>
                <a:spcPts val="0"/>
              </a:spcAft>
              <a:buClr>
                <a:schemeClr val="dk1"/>
              </a:buClr>
              <a:buSzPts val="1800"/>
              <a:buChar char="•"/>
              <a:defRPr/>
            </a:lvl3pPr>
            <a:lvl4pPr marL="1828800" lvl="3" indent="-342900" algn="l" rtl="0">
              <a:lnSpc>
                <a:spcPct val="90000"/>
              </a:lnSpc>
              <a:spcBef>
                <a:spcPts val="500"/>
              </a:spcBef>
              <a:spcAft>
                <a:spcPts val="0"/>
              </a:spcAft>
              <a:buClr>
                <a:schemeClr val="dk1"/>
              </a:buClr>
              <a:buSzPts val="1800"/>
              <a:buChar char="•"/>
              <a:defRPr/>
            </a:lvl4pPr>
            <a:lvl5pPr marL="2286000" lvl="4" indent="-342900" algn="l" rtl="0">
              <a:lnSpc>
                <a:spcPct val="90000"/>
              </a:lnSpc>
              <a:spcBef>
                <a:spcPts val="500"/>
              </a:spcBef>
              <a:spcAft>
                <a:spcPts val="0"/>
              </a:spcAft>
              <a:buClr>
                <a:schemeClr val="dk1"/>
              </a:buClr>
              <a:buSzPts val="1800"/>
              <a:buChar char="•"/>
              <a:defRPr/>
            </a:lvl5pPr>
            <a:lvl6pPr marL="2743200" lvl="5" indent="-342900" algn="l" rtl="0">
              <a:lnSpc>
                <a:spcPct val="90000"/>
              </a:lnSpc>
              <a:spcBef>
                <a:spcPts val="500"/>
              </a:spcBef>
              <a:spcAft>
                <a:spcPts val="0"/>
              </a:spcAft>
              <a:buClr>
                <a:schemeClr val="dk1"/>
              </a:buClr>
              <a:buSzPts val="1800"/>
              <a:buChar char="•"/>
              <a:defRPr/>
            </a:lvl6pPr>
            <a:lvl7pPr marL="3200400" lvl="6" indent="-342900" algn="l" rtl="0">
              <a:lnSpc>
                <a:spcPct val="90000"/>
              </a:lnSpc>
              <a:spcBef>
                <a:spcPts val="500"/>
              </a:spcBef>
              <a:spcAft>
                <a:spcPts val="0"/>
              </a:spcAft>
              <a:buClr>
                <a:schemeClr val="dk1"/>
              </a:buClr>
              <a:buSzPts val="1800"/>
              <a:buChar char="•"/>
              <a:defRPr/>
            </a:lvl7pPr>
            <a:lvl8pPr marL="3657600" lvl="7" indent="-342900" algn="l" rtl="0">
              <a:lnSpc>
                <a:spcPct val="90000"/>
              </a:lnSpc>
              <a:spcBef>
                <a:spcPts val="500"/>
              </a:spcBef>
              <a:spcAft>
                <a:spcPts val="0"/>
              </a:spcAft>
              <a:buClr>
                <a:schemeClr val="dk1"/>
              </a:buClr>
              <a:buSzPts val="1800"/>
              <a:buChar char="•"/>
              <a:defRPr/>
            </a:lvl8pPr>
            <a:lvl9pPr marL="4114800" lvl="8" indent="-342900" algn="l" rtl="0">
              <a:lnSpc>
                <a:spcPct val="90000"/>
              </a:lnSpc>
              <a:spcBef>
                <a:spcPts val="500"/>
              </a:spcBef>
              <a:spcAft>
                <a:spcPts val="0"/>
              </a:spcAft>
              <a:buClr>
                <a:schemeClr val="dk1"/>
              </a:buClr>
              <a:buSzPts val="1800"/>
              <a:buChar char="•"/>
              <a:defRPr/>
            </a:lvl9pPr>
          </a:lstStyle>
          <a:p>
            <a:endParaRPr/>
          </a:p>
        </p:txBody>
      </p:sp>
      <p:sp>
        <p:nvSpPr>
          <p:cNvPr id="791" name="Google Shape;791;p6"/>
          <p:cNvSpPr txBox="1">
            <a:spLocks noGrp="1"/>
          </p:cNvSpPr>
          <p:nvPr>
            <p:ph type="dt" idx="10"/>
          </p:nvPr>
        </p:nvSpPr>
        <p:spPr>
          <a:xfrm>
            <a:off x="838200" y="6356352"/>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792" name="Google Shape;792;p6"/>
          <p:cNvSpPr txBox="1">
            <a:spLocks noGrp="1"/>
          </p:cNvSpPr>
          <p:nvPr>
            <p:ph type="ftr" idx="11"/>
          </p:nvPr>
        </p:nvSpPr>
        <p:spPr>
          <a:xfrm>
            <a:off x="4038600" y="6356352"/>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793" name="Google Shape;793;p6"/>
          <p:cNvSpPr txBox="1">
            <a:spLocks noGrp="1"/>
          </p:cNvSpPr>
          <p:nvPr>
            <p:ph type="sldNum" idx="12"/>
          </p:nvPr>
        </p:nvSpPr>
        <p:spPr>
          <a:xfrm>
            <a:off x="8610600" y="6356352"/>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794"/>
        <p:cNvGrpSpPr/>
        <p:nvPr/>
      </p:nvGrpSpPr>
      <p:grpSpPr>
        <a:xfrm>
          <a:off x="0" y="0"/>
          <a:ext cx="0" cy="0"/>
          <a:chOff x="0" y="0"/>
          <a:chExt cx="0" cy="0"/>
        </a:xfrm>
      </p:grpSpPr>
      <p:sp>
        <p:nvSpPr>
          <p:cNvPr id="795" name="Google Shape;795;p7"/>
          <p:cNvSpPr txBox="1">
            <a:spLocks noGrp="1"/>
          </p:cNvSpPr>
          <p:nvPr>
            <p:ph type="title"/>
          </p:nvPr>
        </p:nvSpPr>
        <p:spPr>
          <a:xfrm>
            <a:off x="838200" y="365127"/>
            <a:ext cx="10515600" cy="1325700"/>
          </a:xfrm>
          <a:prstGeom prst="rect">
            <a:avLst/>
          </a:prstGeom>
          <a:noFill/>
          <a:ln>
            <a:noFill/>
          </a:ln>
        </p:spPr>
        <p:txBody>
          <a:bodyPr spcFirstLastPara="1" wrap="square" lIns="91425" tIns="45700" rIns="91425" bIns="45700" anchor="ctr" anchorCtr="0">
            <a:normAutofit/>
          </a:bodyPr>
          <a:lstStyle>
            <a:lvl1pPr lvl="0" algn="l" rtl="0">
              <a:lnSpc>
                <a:spcPct val="90000"/>
              </a:lnSpc>
              <a:spcBef>
                <a:spcPts val="0"/>
              </a:spcBef>
              <a:spcAft>
                <a:spcPts val="0"/>
              </a:spcAft>
              <a:buClr>
                <a:schemeClr val="dk1"/>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796" name="Google Shape;796;p7"/>
          <p:cNvSpPr txBox="1">
            <a:spLocks noGrp="1"/>
          </p:cNvSpPr>
          <p:nvPr>
            <p:ph type="dt" idx="10"/>
          </p:nvPr>
        </p:nvSpPr>
        <p:spPr>
          <a:xfrm>
            <a:off x="838200" y="6356352"/>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797" name="Google Shape;797;p7"/>
          <p:cNvSpPr txBox="1">
            <a:spLocks noGrp="1"/>
          </p:cNvSpPr>
          <p:nvPr>
            <p:ph type="ftr" idx="11"/>
          </p:nvPr>
        </p:nvSpPr>
        <p:spPr>
          <a:xfrm>
            <a:off x="4038600" y="6356352"/>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798" name="Google Shape;798;p7"/>
          <p:cNvSpPr txBox="1">
            <a:spLocks noGrp="1"/>
          </p:cNvSpPr>
          <p:nvPr>
            <p:ph type="sldNum" idx="12"/>
          </p:nvPr>
        </p:nvSpPr>
        <p:spPr>
          <a:xfrm>
            <a:off x="8610600" y="6356352"/>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799"/>
        <p:cNvGrpSpPr/>
        <p:nvPr/>
      </p:nvGrpSpPr>
      <p:grpSpPr>
        <a:xfrm>
          <a:off x="0" y="0"/>
          <a:ext cx="0" cy="0"/>
          <a:chOff x="0" y="0"/>
          <a:chExt cx="0" cy="0"/>
        </a:xfrm>
      </p:grpSpPr>
      <p:sp>
        <p:nvSpPr>
          <p:cNvPr id="800" name="Google Shape;800;p8"/>
          <p:cNvSpPr txBox="1">
            <a:spLocks noGrp="1"/>
          </p:cNvSpPr>
          <p:nvPr>
            <p:ph type="dt" idx="10"/>
          </p:nvPr>
        </p:nvSpPr>
        <p:spPr>
          <a:xfrm>
            <a:off x="838200" y="6356352"/>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801" name="Google Shape;801;p8"/>
          <p:cNvSpPr txBox="1">
            <a:spLocks noGrp="1"/>
          </p:cNvSpPr>
          <p:nvPr>
            <p:ph type="ftr" idx="11"/>
          </p:nvPr>
        </p:nvSpPr>
        <p:spPr>
          <a:xfrm>
            <a:off x="4038600" y="6356352"/>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802" name="Google Shape;802;p8"/>
          <p:cNvSpPr txBox="1">
            <a:spLocks noGrp="1"/>
          </p:cNvSpPr>
          <p:nvPr>
            <p:ph type="sldNum" idx="12"/>
          </p:nvPr>
        </p:nvSpPr>
        <p:spPr>
          <a:xfrm>
            <a:off x="8610600" y="6356352"/>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803"/>
        <p:cNvGrpSpPr/>
        <p:nvPr/>
      </p:nvGrpSpPr>
      <p:grpSpPr>
        <a:xfrm>
          <a:off x="0" y="0"/>
          <a:ext cx="0" cy="0"/>
          <a:chOff x="0" y="0"/>
          <a:chExt cx="0" cy="0"/>
        </a:xfrm>
      </p:grpSpPr>
      <p:sp>
        <p:nvSpPr>
          <p:cNvPr id="804" name="Google Shape;804;p9"/>
          <p:cNvSpPr txBox="1">
            <a:spLocks noGrp="1"/>
          </p:cNvSpPr>
          <p:nvPr>
            <p:ph type="title"/>
          </p:nvPr>
        </p:nvSpPr>
        <p:spPr>
          <a:xfrm>
            <a:off x="839788" y="457200"/>
            <a:ext cx="3932100" cy="1600200"/>
          </a:xfrm>
          <a:prstGeom prst="rect">
            <a:avLst/>
          </a:prstGeom>
          <a:noFill/>
          <a:ln>
            <a:noFill/>
          </a:ln>
        </p:spPr>
        <p:txBody>
          <a:bodyPr spcFirstLastPara="1" wrap="square" lIns="91425" tIns="45700" rIns="91425" bIns="45700" anchor="b" anchorCtr="0">
            <a:normAutofit/>
          </a:bodyPr>
          <a:lstStyle>
            <a:lvl1pPr lvl="0" algn="l" rtl="0">
              <a:lnSpc>
                <a:spcPct val="90000"/>
              </a:lnSpc>
              <a:spcBef>
                <a:spcPts val="0"/>
              </a:spcBef>
              <a:spcAft>
                <a:spcPts val="0"/>
              </a:spcAft>
              <a:buClr>
                <a:schemeClr val="dk1"/>
              </a:buClr>
              <a:buSzPts val="3200"/>
              <a:buFont typeface="Poppins"/>
              <a:buNone/>
              <a:defRPr sz="3200"/>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805" name="Google Shape;805;p9"/>
          <p:cNvSpPr txBox="1">
            <a:spLocks noGrp="1"/>
          </p:cNvSpPr>
          <p:nvPr>
            <p:ph type="body" idx="1"/>
          </p:nvPr>
        </p:nvSpPr>
        <p:spPr>
          <a:xfrm>
            <a:off x="5183188" y="987427"/>
            <a:ext cx="6172200" cy="4873500"/>
          </a:xfrm>
          <a:prstGeom prst="rect">
            <a:avLst/>
          </a:prstGeom>
          <a:noFill/>
          <a:ln>
            <a:noFill/>
          </a:ln>
        </p:spPr>
        <p:txBody>
          <a:bodyPr spcFirstLastPara="1" wrap="square" lIns="91425" tIns="45700" rIns="91425" bIns="45700" anchor="t" anchorCtr="0">
            <a:normAutofit/>
          </a:bodyPr>
          <a:lstStyle>
            <a:lvl1pPr marL="457200" lvl="0" indent="-431800" algn="l" rtl="0">
              <a:lnSpc>
                <a:spcPct val="90000"/>
              </a:lnSpc>
              <a:spcBef>
                <a:spcPts val="1000"/>
              </a:spcBef>
              <a:spcAft>
                <a:spcPts val="0"/>
              </a:spcAft>
              <a:buClr>
                <a:schemeClr val="dk1"/>
              </a:buClr>
              <a:buSzPts val="3200"/>
              <a:buChar char="•"/>
              <a:defRPr sz="3200"/>
            </a:lvl1pPr>
            <a:lvl2pPr marL="914400" lvl="1" indent="-406400" algn="l" rtl="0">
              <a:lnSpc>
                <a:spcPct val="90000"/>
              </a:lnSpc>
              <a:spcBef>
                <a:spcPts val="500"/>
              </a:spcBef>
              <a:spcAft>
                <a:spcPts val="0"/>
              </a:spcAft>
              <a:buClr>
                <a:schemeClr val="dk1"/>
              </a:buClr>
              <a:buSzPts val="2800"/>
              <a:buChar char="•"/>
              <a:defRPr sz="2800"/>
            </a:lvl2pPr>
            <a:lvl3pPr marL="1371600" lvl="2" indent="-381000" algn="l" rtl="0">
              <a:lnSpc>
                <a:spcPct val="90000"/>
              </a:lnSpc>
              <a:spcBef>
                <a:spcPts val="500"/>
              </a:spcBef>
              <a:spcAft>
                <a:spcPts val="0"/>
              </a:spcAft>
              <a:buClr>
                <a:schemeClr val="dk1"/>
              </a:buClr>
              <a:buSzPts val="2400"/>
              <a:buChar char="•"/>
              <a:defRPr sz="2400"/>
            </a:lvl3pPr>
            <a:lvl4pPr marL="1828800" lvl="3" indent="-355600" algn="l" rtl="0">
              <a:lnSpc>
                <a:spcPct val="90000"/>
              </a:lnSpc>
              <a:spcBef>
                <a:spcPts val="500"/>
              </a:spcBef>
              <a:spcAft>
                <a:spcPts val="0"/>
              </a:spcAft>
              <a:buClr>
                <a:schemeClr val="dk1"/>
              </a:buClr>
              <a:buSzPts val="2000"/>
              <a:buChar char="•"/>
              <a:defRPr sz="2000"/>
            </a:lvl4pPr>
            <a:lvl5pPr marL="2286000" lvl="4" indent="-355600" algn="l" rtl="0">
              <a:lnSpc>
                <a:spcPct val="90000"/>
              </a:lnSpc>
              <a:spcBef>
                <a:spcPts val="500"/>
              </a:spcBef>
              <a:spcAft>
                <a:spcPts val="0"/>
              </a:spcAft>
              <a:buClr>
                <a:schemeClr val="dk1"/>
              </a:buClr>
              <a:buSzPts val="2000"/>
              <a:buChar char="•"/>
              <a:defRPr sz="2000"/>
            </a:lvl5pPr>
            <a:lvl6pPr marL="2743200" lvl="5" indent="-355600" algn="l" rtl="0">
              <a:lnSpc>
                <a:spcPct val="90000"/>
              </a:lnSpc>
              <a:spcBef>
                <a:spcPts val="500"/>
              </a:spcBef>
              <a:spcAft>
                <a:spcPts val="0"/>
              </a:spcAft>
              <a:buClr>
                <a:schemeClr val="dk1"/>
              </a:buClr>
              <a:buSzPts val="2000"/>
              <a:buChar char="•"/>
              <a:defRPr sz="2000"/>
            </a:lvl6pPr>
            <a:lvl7pPr marL="3200400" lvl="6" indent="-355600" algn="l" rtl="0">
              <a:lnSpc>
                <a:spcPct val="90000"/>
              </a:lnSpc>
              <a:spcBef>
                <a:spcPts val="500"/>
              </a:spcBef>
              <a:spcAft>
                <a:spcPts val="0"/>
              </a:spcAft>
              <a:buClr>
                <a:schemeClr val="dk1"/>
              </a:buClr>
              <a:buSzPts val="2000"/>
              <a:buChar char="•"/>
              <a:defRPr sz="2000"/>
            </a:lvl7pPr>
            <a:lvl8pPr marL="3657600" lvl="7" indent="-355600" algn="l" rtl="0">
              <a:lnSpc>
                <a:spcPct val="90000"/>
              </a:lnSpc>
              <a:spcBef>
                <a:spcPts val="500"/>
              </a:spcBef>
              <a:spcAft>
                <a:spcPts val="0"/>
              </a:spcAft>
              <a:buClr>
                <a:schemeClr val="dk1"/>
              </a:buClr>
              <a:buSzPts val="2000"/>
              <a:buChar char="•"/>
              <a:defRPr sz="2000"/>
            </a:lvl8pPr>
            <a:lvl9pPr marL="4114800" lvl="8" indent="-355600" algn="l" rtl="0">
              <a:lnSpc>
                <a:spcPct val="90000"/>
              </a:lnSpc>
              <a:spcBef>
                <a:spcPts val="500"/>
              </a:spcBef>
              <a:spcAft>
                <a:spcPts val="0"/>
              </a:spcAft>
              <a:buClr>
                <a:schemeClr val="dk1"/>
              </a:buClr>
              <a:buSzPts val="2000"/>
              <a:buChar char="•"/>
              <a:defRPr sz="2000"/>
            </a:lvl9pPr>
          </a:lstStyle>
          <a:p>
            <a:endParaRPr/>
          </a:p>
        </p:txBody>
      </p:sp>
      <p:sp>
        <p:nvSpPr>
          <p:cNvPr id="806" name="Google Shape;806;p9"/>
          <p:cNvSpPr txBox="1">
            <a:spLocks noGrp="1"/>
          </p:cNvSpPr>
          <p:nvPr>
            <p:ph type="body" idx="2"/>
          </p:nvPr>
        </p:nvSpPr>
        <p:spPr>
          <a:xfrm>
            <a:off x="839788" y="2057400"/>
            <a:ext cx="3932100" cy="3811500"/>
          </a:xfrm>
          <a:prstGeom prst="rect">
            <a:avLst/>
          </a:prstGeom>
          <a:noFill/>
          <a:ln>
            <a:noFill/>
          </a:ln>
        </p:spPr>
        <p:txBody>
          <a:bodyPr spcFirstLastPara="1" wrap="square" lIns="91425" tIns="45700" rIns="91425" bIns="45700" anchor="t" anchorCtr="0">
            <a:normAutofit/>
          </a:bodyPr>
          <a:lstStyle>
            <a:lvl1pPr marL="457200" lvl="0" indent="-228600" algn="l" rtl="0">
              <a:lnSpc>
                <a:spcPct val="90000"/>
              </a:lnSpc>
              <a:spcBef>
                <a:spcPts val="1000"/>
              </a:spcBef>
              <a:spcAft>
                <a:spcPts val="0"/>
              </a:spcAft>
              <a:buClr>
                <a:schemeClr val="dk1"/>
              </a:buClr>
              <a:buSzPts val="1600"/>
              <a:buNone/>
              <a:defRPr sz="1600"/>
            </a:lvl1pPr>
            <a:lvl2pPr marL="914400" lvl="1" indent="-228600" algn="l" rtl="0">
              <a:lnSpc>
                <a:spcPct val="90000"/>
              </a:lnSpc>
              <a:spcBef>
                <a:spcPts val="500"/>
              </a:spcBef>
              <a:spcAft>
                <a:spcPts val="0"/>
              </a:spcAft>
              <a:buClr>
                <a:schemeClr val="dk1"/>
              </a:buClr>
              <a:buSzPts val="1400"/>
              <a:buNone/>
              <a:defRPr sz="1400"/>
            </a:lvl2pPr>
            <a:lvl3pPr marL="1371600" lvl="2" indent="-228600" algn="l" rtl="0">
              <a:lnSpc>
                <a:spcPct val="90000"/>
              </a:lnSpc>
              <a:spcBef>
                <a:spcPts val="500"/>
              </a:spcBef>
              <a:spcAft>
                <a:spcPts val="0"/>
              </a:spcAft>
              <a:buClr>
                <a:schemeClr val="dk1"/>
              </a:buClr>
              <a:buSzPts val="1200"/>
              <a:buNone/>
              <a:defRPr sz="1200"/>
            </a:lvl3pPr>
            <a:lvl4pPr marL="1828800" lvl="3" indent="-228600" algn="l" rtl="0">
              <a:lnSpc>
                <a:spcPct val="90000"/>
              </a:lnSpc>
              <a:spcBef>
                <a:spcPts val="500"/>
              </a:spcBef>
              <a:spcAft>
                <a:spcPts val="0"/>
              </a:spcAft>
              <a:buClr>
                <a:schemeClr val="dk1"/>
              </a:buClr>
              <a:buSzPts val="1000"/>
              <a:buNone/>
              <a:defRPr sz="1000"/>
            </a:lvl4pPr>
            <a:lvl5pPr marL="2286000" lvl="4" indent="-228600" algn="l" rtl="0">
              <a:lnSpc>
                <a:spcPct val="90000"/>
              </a:lnSpc>
              <a:spcBef>
                <a:spcPts val="500"/>
              </a:spcBef>
              <a:spcAft>
                <a:spcPts val="0"/>
              </a:spcAft>
              <a:buClr>
                <a:schemeClr val="dk1"/>
              </a:buClr>
              <a:buSzPts val="1000"/>
              <a:buNone/>
              <a:defRPr sz="1000"/>
            </a:lvl5pPr>
            <a:lvl6pPr marL="2743200" lvl="5" indent="-228600" algn="l" rtl="0">
              <a:lnSpc>
                <a:spcPct val="90000"/>
              </a:lnSpc>
              <a:spcBef>
                <a:spcPts val="500"/>
              </a:spcBef>
              <a:spcAft>
                <a:spcPts val="0"/>
              </a:spcAft>
              <a:buClr>
                <a:schemeClr val="dk1"/>
              </a:buClr>
              <a:buSzPts val="1000"/>
              <a:buNone/>
              <a:defRPr sz="1000"/>
            </a:lvl6pPr>
            <a:lvl7pPr marL="3200400" lvl="6" indent="-228600" algn="l" rtl="0">
              <a:lnSpc>
                <a:spcPct val="90000"/>
              </a:lnSpc>
              <a:spcBef>
                <a:spcPts val="500"/>
              </a:spcBef>
              <a:spcAft>
                <a:spcPts val="0"/>
              </a:spcAft>
              <a:buClr>
                <a:schemeClr val="dk1"/>
              </a:buClr>
              <a:buSzPts val="1000"/>
              <a:buNone/>
              <a:defRPr sz="1000"/>
            </a:lvl7pPr>
            <a:lvl8pPr marL="3657600" lvl="7" indent="-228600" algn="l" rtl="0">
              <a:lnSpc>
                <a:spcPct val="90000"/>
              </a:lnSpc>
              <a:spcBef>
                <a:spcPts val="500"/>
              </a:spcBef>
              <a:spcAft>
                <a:spcPts val="0"/>
              </a:spcAft>
              <a:buClr>
                <a:schemeClr val="dk1"/>
              </a:buClr>
              <a:buSzPts val="1000"/>
              <a:buNone/>
              <a:defRPr sz="1000"/>
            </a:lvl8pPr>
            <a:lvl9pPr marL="4114800" lvl="8" indent="-228600" algn="l" rtl="0">
              <a:lnSpc>
                <a:spcPct val="90000"/>
              </a:lnSpc>
              <a:spcBef>
                <a:spcPts val="500"/>
              </a:spcBef>
              <a:spcAft>
                <a:spcPts val="0"/>
              </a:spcAft>
              <a:buClr>
                <a:schemeClr val="dk1"/>
              </a:buClr>
              <a:buSzPts val="1000"/>
              <a:buNone/>
              <a:defRPr sz="1000"/>
            </a:lvl9pPr>
          </a:lstStyle>
          <a:p>
            <a:endParaRPr/>
          </a:p>
        </p:txBody>
      </p:sp>
      <p:sp>
        <p:nvSpPr>
          <p:cNvPr id="807" name="Google Shape;807;p9"/>
          <p:cNvSpPr txBox="1">
            <a:spLocks noGrp="1"/>
          </p:cNvSpPr>
          <p:nvPr>
            <p:ph type="dt" idx="10"/>
          </p:nvPr>
        </p:nvSpPr>
        <p:spPr>
          <a:xfrm>
            <a:off x="838200" y="6356352"/>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808" name="Google Shape;808;p9"/>
          <p:cNvSpPr txBox="1">
            <a:spLocks noGrp="1"/>
          </p:cNvSpPr>
          <p:nvPr>
            <p:ph type="ftr" idx="11"/>
          </p:nvPr>
        </p:nvSpPr>
        <p:spPr>
          <a:xfrm>
            <a:off x="4038600" y="6356352"/>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809" name="Google Shape;809;p9"/>
          <p:cNvSpPr txBox="1">
            <a:spLocks noGrp="1"/>
          </p:cNvSpPr>
          <p:nvPr>
            <p:ph type="sldNum" idx="12"/>
          </p:nvPr>
        </p:nvSpPr>
        <p:spPr>
          <a:xfrm>
            <a:off x="8610600" y="6356352"/>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810"/>
        <p:cNvGrpSpPr/>
        <p:nvPr/>
      </p:nvGrpSpPr>
      <p:grpSpPr>
        <a:xfrm>
          <a:off x="0" y="0"/>
          <a:ext cx="0" cy="0"/>
          <a:chOff x="0" y="0"/>
          <a:chExt cx="0" cy="0"/>
        </a:xfrm>
      </p:grpSpPr>
      <p:sp>
        <p:nvSpPr>
          <p:cNvPr id="811" name="Google Shape;811;p10"/>
          <p:cNvSpPr txBox="1">
            <a:spLocks noGrp="1"/>
          </p:cNvSpPr>
          <p:nvPr>
            <p:ph type="title"/>
          </p:nvPr>
        </p:nvSpPr>
        <p:spPr>
          <a:xfrm>
            <a:off x="839788" y="457200"/>
            <a:ext cx="3932100" cy="1600200"/>
          </a:xfrm>
          <a:prstGeom prst="rect">
            <a:avLst/>
          </a:prstGeom>
          <a:noFill/>
          <a:ln>
            <a:noFill/>
          </a:ln>
        </p:spPr>
        <p:txBody>
          <a:bodyPr spcFirstLastPara="1" wrap="square" lIns="91425" tIns="45700" rIns="91425" bIns="45700" anchor="b" anchorCtr="0">
            <a:normAutofit/>
          </a:bodyPr>
          <a:lstStyle>
            <a:lvl1pPr lvl="0" algn="l" rtl="0">
              <a:lnSpc>
                <a:spcPct val="90000"/>
              </a:lnSpc>
              <a:spcBef>
                <a:spcPts val="0"/>
              </a:spcBef>
              <a:spcAft>
                <a:spcPts val="0"/>
              </a:spcAft>
              <a:buClr>
                <a:schemeClr val="dk1"/>
              </a:buClr>
              <a:buSzPts val="3200"/>
              <a:buFont typeface="Poppins"/>
              <a:buNone/>
              <a:defRPr sz="3200"/>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812" name="Google Shape;812;p10"/>
          <p:cNvSpPr>
            <a:spLocks noGrp="1"/>
          </p:cNvSpPr>
          <p:nvPr>
            <p:ph type="pic" idx="2"/>
          </p:nvPr>
        </p:nvSpPr>
        <p:spPr>
          <a:xfrm>
            <a:off x="5183188" y="987427"/>
            <a:ext cx="6172200" cy="4873500"/>
          </a:xfrm>
          <a:prstGeom prst="rect">
            <a:avLst/>
          </a:prstGeom>
          <a:noFill/>
          <a:ln>
            <a:noFill/>
          </a:ln>
        </p:spPr>
        <p:txBody>
          <a:bodyPr/>
          <a:lstStyle/>
          <a:p>
            <a:endParaRPr lang="en-IN"/>
          </a:p>
        </p:txBody>
      </p:sp>
      <p:sp>
        <p:nvSpPr>
          <p:cNvPr id="813" name="Google Shape;813;p10"/>
          <p:cNvSpPr txBox="1">
            <a:spLocks noGrp="1"/>
          </p:cNvSpPr>
          <p:nvPr>
            <p:ph type="body" idx="1"/>
          </p:nvPr>
        </p:nvSpPr>
        <p:spPr>
          <a:xfrm>
            <a:off x="839788" y="2057400"/>
            <a:ext cx="3932100" cy="3811500"/>
          </a:xfrm>
          <a:prstGeom prst="rect">
            <a:avLst/>
          </a:prstGeom>
          <a:noFill/>
          <a:ln>
            <a:noFill/>
          </a:ln>
        </p:spPr>
        <p:txBody>
          <a:bodyPr spcFirstLastPara="1" wrap="square" lIns="91425" tIns="45700" rIns="91425" bIns="45700" anchor="t" anchorCtr="0">
            <a:normAutofit/>
          </a:bodyPr>
          <a:lstStyle>
            <a:lvl1pPr marL="457200" lvl="0" indent="-228600" algn="l" rtl="0">
              <a:lnSpc>
                <a:spcPct val="90000"/>
              </a:lnSpc>
              <a:spcBef>
                <a:spcPts val="1000"/>
              </a:spcBef>
              <a:spcAft>
                <a:spcPts val="0"/>
              </a:spcAft>
              <a:buClr>
                <a:schemeClr val="dk1"/>
              </a:buClr>
              <a:buSzPts val="1600"/>
              <a:buNone/>
              <a:defRPr sz="1600"/>
            </a:lvl1pPr>
            <a:lvl2pPr marL="914400" lvl="1" indent="-228600" algn="l" rtl="0">
              <a:lnSpc>
                <a:spcPct val="90000"/>
              </a:lnSpc>
              <a:spcBef>
                <a:spcPts val="500"/>
              </a:spcBef>
              <a:spcAft>
                <a:spcPts val="0"/>
              </a:spcAft>
              <a:buClr>
                <a:schemeClr val="dk1"/>
              </a:buClr>
              <a:buSzPts val="1400"/>
              <a:buNone/>
              <a:defRPr sz="1400"/>
            </a:lvl2pPr>
            <a:lvl3pPr marL="1371600" lvl="2" indent="-228600" algn="l" rtl="0">
              <a:lnSpc>
                <a:spcPct val="90000"/>
              </a:lnSpc>
              <a:spcBef>
                <a:spcPts val="500"/>
              </a:spcBef>
              <a:spcAft>
                <a:spcPts val="0"/>
              </a:spcAft>
              <a:buClr>
                <a:schemeClr val="dk1"/>
              </a:buClr>
              <a:buSzPts val="1200"/>
              <a:buNone/>
              <a:defRPr sz="1200"/>
            </a:lvl3pPr>
            <a:lvl4pPr marL="1828800" lvl="3" indent="-228600" algn="l" rtl="0">
              <a:lnSpc>
                <a:spcPct val="90000"/>
              </a:lnSpc>
              <a:spcBef>
                <a:spcPts val="500"/>
              </a:spcBef>
              <a:spcAft>
                <a:spcPts val="0"/>
              </a:spcAft>
              <a:buClr>
                <a:schemeClr val="dk1"/>
              </a:buClr>
              <a:buSzPts val="1000"/>
              <a:buNone/>
              <a:defRPr sz="1000"/>
            </a:lvl4pPr>
            <a:lvl5pPr marL="2286000" lvl="4" indent="-228600" algn="l" rtl="0">
              <a:lnSpc>
                <a:spcPct val="90000"/>
              </a:lnSpc>
              <a:spcBef>
                <a:spcPts val="500"/>
              </a:spcBef>
              <a:spcAft>
                <a:spcPts val="0"/>
              </a:spcAft>
              <a:buClr>
                <a:schemeClr val="dk1"/>
              </a:buClr>
              <a:buSzPts val="1000"/>
              <a:buNone/>
              <a:defRPr sz="1000"/>
            </a:lvl5pPr>
            <a:lvl6pPr marL="2743200" lvl="5" indent="-228600" algn="l" rtl="0">
              <a:lnSpc>
                <a:spcPct val="90000"/>
              </a:lnSpc>
              <a:spcBef>
                <a:spcPts val="500"/>
              </a:spcBef>
              <a:spcAft>
                <a:spcPts val="0"/>
              </a:spcAft>
              <a:buClr>
                <a:schemeClr val="dk1"/>
              </a:buClr>
              <a:buSzPts val="1000"/>
              <a:buNone/>
              <a:defRPr sz="1000"/>
            </a:lvl6pPr>
            <a:lvl7pPr marL="3200400" lvl="6" indent="-228600" algn="l" rtl="0">
              <a:lnSpc>
                <a:spcPct val="90000"/>
              </a:lnSpc>
              <a:spcBef>
                <a:spcPts val="500"/>
              </a:spcBef>
              <a:spcAft>
                <a:spcPts val="0"/>
              </a:spcAft>
              <a:buClr>
                <a:schemeClr val="dk1"/>
              </a:buClr>
              <a:buSzPts val="1000"/>
              <a:buNone/>
              <a:defRPr sz="1000"/>
            </a:lvl7pPr>
            <a:lvl8pPr marL="3657600" lvl="7" indent="-228600" algn="l" rtl="0">
              <a:lnSpc>
                <a:spcPct val="90000"/>
              </a:lnSpc>
              <a:spcBef>
                <a:spcPts val="500"/>
              </a:spcBef>
              <a:spcAft>
                <a:spcPts val="0"/>
              </a:spcAft>
              <a:buClr>
                <a:schemeClr val="dk1"/>
              </a:buClr>
              <a:buSzPts val="1000"/>
              <a:buNone/>
              <a:defRPr sz="1000"/>
            </a:lvl8pPr>
            <a:lvl9pPr marL="4114800" lvl="8" indent="-228600" algn="l" rtl="0">
              <a:lnSpc>
                <a:spcPct val="90000"/>
              </a:lnSpc>
              <a:spcBef>
                <a:spcPts val="500"/>
              </a:spcBef>
              <a:spcAft>
                <a:spcPts val="0"/>
              </a:spcAft>
              <a:buClr>
                <a:schemeClr val="dk1"/>
              </a:buClr>
              <a:buSzPts val="1000"/>
              <a:buNone/>
              <a:defRPr sz="1000"/>
            </a:lvl9pPr>
          </a:lstStyle>
          <a:p>
            <a:endParaRPr/>
          </a:p>
        </p:txBody>
      </p:sp>
      <p:sp>
        <p:nvSpPr>
          <p:cNvPr id="814" name="Google Shape;814;p10"/>
          <p:cNvSpPr txBox="1">
            <a:spLocks noGrp="1"/>
          </p:cNvSpPr>
          <p:nvPr>
            <p:ph type="dt" idx="10"/>
          </p:nvPr>
        </p:nvSpPr>
        <p:spPr>
          <a:xfrm>
            <a:off x="838200" y="6356352"/>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815" name="Google Shape;815;p10"/>
          <p:cNvSpPr txBox="1">
            <a:spLocks noGrp="1"/>
          </p:cNvSpPr>
          <p:nvPr>
            <p:ph type="ftr" idx="11"/>
          </p:nvPr>
        </p:nvSpPr>
        <p:spPr>
          <a:xfrm>
            <a:off x="4038600" y="6356352"/>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816" name="Google Shape;816;p10"/>
          <p:cNvSpPr txBox="1">
            <a:spLocks noGrp="1"/>
          </p:cNvSpPr>
          <p:nvPr>
            <p:ph type="sldNum" idx="12"/>
          </p:nvPr>
        </p:nvSpPr>
        <p:spPr>
          <a:xfrm>
            <a:off x="8610600" y="6356352"/>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817"/>
        <p:cNvGrpSpPr/>
        <p:nvPr/>
      </p:nvGrpSpPr>
      <p:grpSpPr>
        <a:xfrm>
          <a:off x="0" y="0"/>
          <a:ext cx="0" cy="0"/>
          <a:chOff x="0" y="0"/>
          <a:chExt cx="0" cy="0"/>
        </a:xfrm>
      </p:grpSpPr>
      <p:sp>
        <p:nvSpPr>
          <p:cNvPr id="818" name="Google Shape;818;p11"/>
          <p:cNvSpPr txBox="1">
            <a:spLocks noGrp="1"/>
          </p:cNvSpPr>
          <p:nvPr>
            <p:ph type="title"/>
          </p:nvPr>
        </p:nvSpPr>
        <p:spPr>
          <a:xfrm>
            <a:off x="838200" y="365127"/>
            <a:ext cx="10515600" cy="1325700"/>
          </a:xfrm>
          <a:prstGeom prst="rect">
            <a:avLst/>
          </a:prstGeom>
          <a:noFill/>
          <a:ln>
            <a:noFill/>
          </a:ln>
        </p:spPr>
        <p:txBody>
          <a:bodyPr spcFirstLastPara="1" wrap="square" lIns="91425" tIns="45700" rIns="91425" bIns="45700" anchor="ctr" anchorCtr="0">
            <a:normAutofit/>
          </a:bodyPr>
          <a:lstStyle>
            <a:lvl1pPr lvl="0" algn="l" rtl="0">
              <a:lnSpc>
                <a:spcPct val="90000"/>
              </a:lnSpc>
              <a:spcBef>
                <a:spcPts val="0"/>
              </a:spcBef>
              <a:spcAft>
                <a:spcPts val="0"/>
              </a:spcAft>
              <a:buClr>
                <a:schemeClr val="dk1"/>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819" name="Google Shape;819;p11"/>
          <p:cNvSpPr txBox="1">
            <a:spLocks noGrp="1"/>
          </p:cNvSpPr>
          <p:nvPr>
            <p:ph type="body" idx="1"/>
          </p:nvPr>
        </p:nvSpPr>
        <p:spPr>
          <a:xfrm rot="5400000">
            <a:off x="3920400" y="-1256575"/>
            <a:ext cx="4351200" cy="105156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1000"/>
              </a:spcBef>
              <a:spcAft>
                <a:spcPts val="0"/>
              </a:spcAft>
              <a:buClr>
                <a:schemeClr val="dk1"/>
              </a:buClr>
              <a:buSzPts val="1800"/>
              <a:buChar char="•"/>
              <a:defRPr/>
            </a:lvl1pPr>
            <a:lvl2pPr marL="914400" lvl="1" indent="-342900" algn="l" rtl="0">
              <a:lnSpc>
                <a:spcPct val="90000"/>
              </a:lnSpc>
              <a:spcBef>
                <a:spcPts val="500"/>
              </a:spcBef>
              <a:spcAft>
                <a:spcPts val="0"/>
              </a:spcAft>
              <a:buClr>
                <a:schemeClr val="dk1"/>
              </a:buClr>
              <a:buSzPts val="1800"/>
              <a:buChar char="•"/>
              <a:defRPr/>
            </a:lvl2pPr>
            <a:lvl3pPr marL="1371600" lvl="2" indent="-342900" algn="l" rtl="0">
              <a:lnSpc>
                <a:spcPct val="90000"/>
              </a:lnSpc>
              <a:spcBef>
                <a:spcPts val="500"/>
              </a:spcBef>
              <a:spcAft>
                <a:spcPts val="0"/>
              </a:spcAft>
              <a:buClr>
                <a:schemeClr val="dk1"/>
              </a:buClr>
              <a:buSzPts val="1800"/>
              <a:buChar char="•"/>
              <a:defRPr/>
            </a:lvl3pPr>
            <a:lvl4pPr marL="1828800" lvl="3" indent="-342900" algn="l" rtl="0">
              <a:lnSpc>
                <a:spcPct val="90000"/>
              </a:lnSpc>
              <a:spcBef>
                <a:spcPts val="500"/>
              </a:spcBef>
              <a:spcAft>
                <a:spcPts val="0"/>
              </a:spcAft>
              <a:buClr>
                <a:schemeClr val="dk1"/>
              </a:buClr>
              <a:buSzPts val="1800"/>
              <a:buChar char="•"/>
              <a:defRPr/>
            </a:lvl4pPr>
            <a:lvl5pPr marL="2286000" lvl="4" indent="-342900" algn="l" rtl="0">
              <a:lnSpc>
                <a:spcPct val="90000"/>
              </a:lnSpc>
              <a:spcBef>
                <a:spcPts val="500"/>
              </a:spcBef>
              <a:spcAft>
                <a:spcPts val="0"/>
              </a:spcAft>
              <a:buClr>
                <a:schemeClr val="dk1"/>
              </a:buClr>
              <a:buSzPts val="1800"/>
              <a:buChar char="•"/>
              <a:defRPr/>
            </a:lvl5pPr>
            <a:lvl6pPr marL="2743200" lvl="5" indent="-342900" algn="l" rtl="0">
              <a:lnSpc>
                <a:spcPct val="90000"/>
              </a:lnSpc>
              <a:spcBef>
                <a:spcPts val="500"/>
              </a:spcBef>
              <a:spcAft>
                <a:spcPts val="0"/>
              </a:spcAft>
              <a:buClr>
                <a:schemeClr val="dk1"/>
              </a:buClr>
              <a:buSzPts val="1800"/>
              <a:buChar char="•"/>
              <a:defRPr/>
            </a:lvl6pPr>
            <a:lvl7pPr marL="3200400" lvl="6" indent="-342900" algn="l" rtl="0">
              <a:lnSpc>
                <a:spcPct val="90000"/>
              </a:lnSpc>
              <a:spcBef>
                <a:spcPts val="500"/>
              </a:spcBef>
              <a:spcAft>
                <a:spcPts val="0"/>
              </a:spcAft>
              <a:buClr>
                <a:schemeClr val="dk1"/>
              </a:buClr>
              <a:buSzPts val="1800"/>
              <a:buChar char="•"/>
              <a:defRPr/>
            </a:lvl7pPr>
            <a:lvl8pPr marL="3657600" lvl="7" indent="-342900" algn="l" rtl="0">
              <a:lnSpc>
                <a:spcPct val="90000"/>
              </a:lnSpc>
              <a:spcBef>
                <a:spcPts val="500"/>
              </a:spcBef>
              <a:spcAft>
                <a:spcPts val="0"/>
              </a:spcAft>
              <a:buClr>
                <a:schemeClr val="dk1"/>
              </a:buClr>
              <a:buSzPts val="1800"/>
              <a:buChar char="•"/>
              <a:defRPr/>
            </a:lvl8pPr>
            <a:lvl9pPr marL="4114800" lvl="8" indent="-342900" algn="l" rtl="0">
              <a:lnSpc>
                <a:spcPct val="90000"/>
              </a:lnSpc>
              <a:spcBef>
                <a:spcPts val="500"/>
              </a:spcBef>
              <a:spcAft>
                <a:spcPts val="0"/>
              </a:spcAft>
              <a:buClr>
                <a:schemeClr val="dk1"/>
              </a:buClr>
              <a:buSzPts val="1800"/>
              <a:buChar char="•"/>
              <a:defRPr/>
            </a:lvl9pPr>
          </a:lstStyle>
          <a:p>
            <a:endParaRPr/>
          </a:p>
        </p:txBody>
      </p:sp>
      <p:sp>
        <p:nvSpPr>
          <p:cNvPr id="820" name="Google Shape;820;p11"/>
          <p:cNvSpPr txBox="1">
            <a:spLocks noGrp="1"/>
          </p:cNvSpPr>
          <p:nvPr>
            <p:ph type="dt" idx="10"/>
          </p:nvPr>
        </p:nvSpPr>
        <p:spPr>
          <a:xfrm>
            <a:off x="838200" y="6356352"/>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821" name="Google Shape;821;p11"/>
          <p:cNvSpPr txBox="1">
            <a:spLocks noGrp="1"/>
          </p:cNvSpPr>
          <p:nvPr>
            <p:ph type="ftr" idx="11"/>
          </p:nvPr>
        </p:nvSpPr>
        <p:spPr>
          <a:xfrm>
            <a:off x="4038600" y="6356352"/>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822" name="Google Shape;822;p11"/>
          <p:cNvSpPr txBox="1">
            <a:spLocks noGrp="1"/>
          </p:cNvSpPr>
          <p:nvPr>
            <p:ph type="sldNum" idx="12"/>
          </p:nvPr>
        </p:nvSpPr>
        <p:spPr>
          <a:xfrm>
            <a:off x="8610600" y="6356352"/>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823"/>
        <p:cNvGrpSpPr/>
        <p:nvPr/>
      </p:nvGrpSpPr>
      <p:grpSpPr>
        <a:xfrm>
          <a:off x="0" y="0"/>
          <a:ext cx="0" cy="0"/>
          <a:chOff x="0" y="0"/>
          <a:chExt cx="0" cy="0"/>
        </a:xfrm>
      </p:grpSpPr>
      <p:sp>
        <p:nvSpPr>
          <p:cNvPr id="824" name="Google Shape;824;p12"/>
          <p:cNvSpPr txBox="1">
            <a:spLocks noGrp="1"/>
          </p:cNvSpPr>
          <p:nvPr>
            <p:ph type="title"/>
          </p:nvPr>
        </p:nvSpPr>
        <p:spPr>
          <a:xfrm rot="5400000">
            <a:off x="7133401" y="1956625"/>
            <a:ext cx="5811900" cy="2628900"/>
          </a:xfrm>
          <a:prstGeom prst="rect">
            <a:avLst/>
          </a:prstGeom>
          <a:noFill/>
          <a:ln>
            <a:noFill/>
          </a:ln>
        </p:spPr>
        <p:txBody>
          <a:bodyPr spcFirstLastPara="1" wrap="square" lIns="91425" tIns="45700" rIns="91425" bIns="45700" anchor="ctr" anchorCtr="0">
            <a:normAutofit/>
          </a:bodyPr>
          <a:lstStyle>
            <a:lvl1pPr lvl="0" algn="l" rtl="0">
              <a:lnSpc>
                <a:spcPct val="90000"/>
              </a:lnSpc>
              <a:spcBef>
                <a:spcPts val="0"/>
              </a:spcBef>
              <a:spcAft>
                <a:spcPts val="0"/>
              </a:spcAft>
              <a:buClr>
                <a:schemeClr val="dk1"/>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825" name="Google Shape;825;p12"/>
          <p:cNvSpPr txBox="1">
            <a:spLocks noGrp="1"/>
          </p:cNvSpPr>
          <p:nvPr>
            <p:ph type="body" idx="1"/>
          </p:nvPr>
        </p:nvSpPr>
        <p:spPr>
          <a:xfrm rot="5400000">
            <a:off x="1799401" y="-596075"/>
            <a:ext cx="5811900" cy="77343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1000"/>
              </a:spcBef>
              <a:spcAft>
                <a:spcPts val="0"/>
              </a:spcAft>
              <a:buClr>
                <a:schemeClr val="dk1"/>
              </a:buClr>
              <a:buSzPts val="1800"/>
              <a:buChar char="•"/>
              <a:defRPr/>
            </a:lvl1pPr>
            <a:lvl2pPr marL="914400" lvl="1" indent="-342900" algn="l" rtl="0">
              <a:lnSpc>
                <a:spcPct val="90000"/>
              </a:lnSpc>
              <a:spcBef>
                <a:spcPts val="500"/>
              </a:spcBef>
              <a:spcAft>
                <a:spcPts val="0"/>
              </a:spcAft>
              <a:buClr>
                <a:schemeClr val="dk1"/>
              </a:buClr>
              <a:buSzPts val="1800"/>
              <a:buChar char="•"/>
              <a:defRPr/>
            </a:lvl2pPr>
            <a:lvl3pPr marL="1371600" lvl="2" indent="-342900" algn="l" rtl="0">
              <a:lnSpc>
                <a:spcPct val="90000"/>
              </a:lnSpc>
              <a:spcBef>
                <a:spcPts val="500"/>
              </a:spcBef>
              <a:spcAft>
                <a:spcPts val="0"/>
              </a:spcAft>
              <a:buClr>
                <a:schemeClr val="dk1"/>
              </a:buClr>
              <a:buSzPts val="1800"/>
              <a:buChar char="•"/>
              <a:defRPr/>
            </a:lvl3pPr>
            <a:lvl4pPr marL="1828800" lvl="3" indent="-342900" algn="l" rtl="0">
              <a:lnSpc>
                <a:spcPct val="90000"/>
              </a:lnSpc>
              <a:spcBef>
                <a:spcPts val="500"/>
              </a:spcBef>
              <a:spcAft>
                <a:spcPts val="0"/>
              </a:spcAft>
              <a:buClr>
                <a:schemeClr val="dk1"/>
              </a:buClr>
              <a:buSzPts val="1800"/>
              <a:buChar char="•"/>
              <a:defRPr/>
            </a:lvl4pPr>
            <a:lvl5pPr marL="2286000" lvl="4" indent="-342900" algn="l" rtl="0">
              <a:lnSpc>
                <a:spcPct val="90000"/>
              </a:lnSpc>
              <a:spcBef>
                <a:spcPts val="500"/>
              </a:spcBef>
              <a:spcAft>
                <a:spcPts val="0"/>
              </a:spcAft>
              <a:buClr>
                <a:schemeClr val="dk1"/>
              </a:buClr>
              <a:buSzPts val="1800"/>
              <a:buChar char="•"/>
              <a:defRPr/>
            </a:lvl5pPr>
            <a:lvl6pPr marL="2743200" lvl="5" indent="-342900" algn="l" rtl="0">
              <a:lnSpc>
                <a:spcPct val="90000"/>
              </a:lnSpc>
              <a:spcBef>
                <a:spcPts val="500"/>
              </a:spcBef>
              <a:spcAft>
                <a:spcPts val="0"/>
              </a:spcAft>
              <a:buClr>
                <a:schemeClr val="dk1"/>
              </a:buClr>
              <a:buSzPts val="1800"/>
              <a:buChar char="•"/>
              <a:defRPr/>
            </a:lvl6pPr>
            <a:lvl7pPr marL="3200400" lvl="6" indent="-342900" algn="l" rtl="0">
              <a:lnSpc>
                <a:spcPct val="90000"/>
              </a:lnSpc>
              <a:spcBef>
                <a:spcPts val="500"/>
              </a:spcBef>
              <a:spcAft>
                <a:spcPts val="0"/>
              </a:spcAft>
              <a:buClr>
                <a:schemeClr val="dk1"/>
              </a:buClr>
              <a:buSzPts val="1800"/>
              <a:buChar char="•"/>
              <a:defRPr/>
            </a:lvl7pPr>
            <a:lvl8pPr marL="3657600" lvl="7" indent="-342900" algn="l" rtl="0">
              <a:lnSpc>
                <a:spcPct val="90000"/>
              </a:lnSpc>
              <a:spcBef>
                <a:spcPts val="500"/>
              </a:spcBef>
              <a:spcAft>
                <a:spcPts val="0"/>
              </a:spcAft>
              <a:buClr>
                <a:schemeClr val="dk1"/>
              </a:buClr>
              <a:buSzPts val="1800"/>
              <a:buChar char="•"/>
              <a:defRPr/>
            </a:lvl8pPr>
            <a:lvl9pPr marL="4114800" lvl="8" indent="-342900" algn="l" rtl="0">
              <a:lnSpc>
                <a:spcPct val="90000"/>
              </a:lnSpc>
              <a:spcBef>
                <a:spcPts val="500"/>
              </a:spcBef>
              <a:spcAft>
                <a:spcPts val="0"/>
              </a:spcAft>
              <a:buClr>
                <a:schemeClr val="dk1"/>
              </a:buClr>
              <a:buSzPts val="1800"/>
              <a:buChar char="•"/>
              <a:defRPr/>
            </a:lvl9pPr>
          </a:lstStyle>
          <a:p>
            <a:endParaRPr/>
          </a:p>
        </p:txBody>
      </p:sp>
      <p:sp>
        <p:nvSpPr>
          <p:cNvPr id="826" name="Google Shape;826;p12"/>
          <p:cNvSpPr txBox="1">
            <a:spLocks noGrp="1"/>
          </p:cNvSpPr>
          <p:nvPr>
            <p:ph type="dt" idx="10"/>
          </p:nvPr>
        </p:nvSpPr>
        <p:spPr>
          <a:xfrm>
            <a:off x="838200" y="6356352"/>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827" name="Google Shape;827;p12"/>
          <p:cNvSpPr txBox="1">
            <a:spLocks noGrp="1"/>
          </p:cNvSpPr>
          <p:nvPr>
            <p:ph type="ftr" idx="11"/>
          </p:nvPr>
        </p:nvSpPr>
        <p:spPr>
          <a:xfrm>
            <a:off x="4038600" y="6356352"/>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828" name="Google Shape;828;p12"/>
          <p:cNvSpPr txBox="1">
            <a:spLocks noGrp="1"/>
          </p:cNvSpPr>
          <p:nvPr>
            <p:ph type="sldNum" idx="12"/>
          </p:nvPr>
        </p:nvSpPr>
        <p:spPr>
          <a:xfrm>
            <a:off x="8610600" y="6356352"/>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Custom Layout">
  <p:cSld name="Custom Layout">
    <p:spTree>
      <p:nvGrpSpPr>
        <p:cNvPr id="1" name="Shape 829"/>
        <p:cNvGrpSpPr/>
        <p:nvPr/>
      </p:nvGrpSpPr>
      <p:grpSpPr>
        <a:xfrm>
          <a:off x="0" y="0"/>
          <a:ext cx="0" cy="0"/>
          <a:chOff x="0" y="0"/>
          <a:chExt cx="0" cy="0"/>
        </a:xfrm>
      </p:grpSpPr>
      <p:sp>
        <p:nvSpPr>
          <p:cNvPr id="830" name="Google Shape;830;p13"/>
          <p:cNvSpPr txBox="1">
            <a:spLocks noGrp="1"/>
          </p:cNvSpPr>
          <p:nvPr>
            <p:ph type="title"/>
          </p:nvPr>
        </p:nvSpPr>
        <p:spPr>
          <a:xfrm>
            <a:off x="838091" y="365084"/>
            <a:ext cx="10515900" cy="831900"/>
          </a:xfrm>
          <a:prstGeom prst="rect">
            <a:avLst/>
          </a:prstGeom>
          <a:noFill/>
          <a:ln>
            <a:noFill/>
          </a:ln>
        </p:spPr>
        <p:txBody>
          <a:bodyPr spcFirstLastPara="1" wrap="square" lIns="91425" tIns="45700" rIns="91425" bIns="45700" anchor="ctr" anchorCtr="0">
            <a:normAutofit/>
          </a:bodyPr>
          <a:lstStyle>
            <a:lvl1pPr lvl="0" algn="l" rtl="0">
              <a:lnSpc>
                <a:spcPct val="90000"/>
              </a:lnSpc>
              <a:spcBef>
                <a:spcPts val="0"/>
              </a:spcBef>
              <a:spcAft>
                <a:spcPts val="0"/>
              </a:spcAft>
              <a:buClr>
                <a:schemeClr val="dk1"/>
              </a:buClr>
              <a:buSzPts val="3599"/>
              <a:buFont typeface="Poppins"/>
              <a:buNone/>
              <a:defRPr sz="3599"/>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1_Custom Layout">
  <p:cSld name="1_Custom Layout">
    <p:spTree>
      <p:nvGrpSpPr>
        <p:cNvPr id="1" name="Shape 831"/>
        <p:cNvGrpSpPr/>
        <p:nvPr/>
      </p:nvGrpSpPr>
      <p:grpSpPr>
        <a:xfrm>
          <a:off x="0" y="0"/>
          <a:ext cx="0" cy="0"/>
          <a:chOff x="0" y="0"/>
          <a:chExt cx="0" cy="0"/>
        </a:xfrm>
      </p:grpSpPr>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841"/>
        <p:cNvGrpSpPr/>
        <p:nvPr/>
      </p:nvGrpSpPr>
      <p:grpSpPr>
        <a:xfrm>
          <a:off x="0" y="0"/>
          <a:ext cx="0" cy="0"/>
          <a:chOff x="0" y="0"/>
          <a:chExt cx="0" cy="0"/>
        </a:xfrm>
      </p:grpSpPr>
      <p:sp>
        <p:nvSpPr>
          <p:cNvPr id="842" name="Google Shape;842;p16"/>
          <p:cNvSpPr txBox="1">
            <a:spLocks noGrp="1"/>
          </p:cNvSpPr>
          <p:nvPr>
            <p:ph type="title"/>
          </p:nvPr>
        </p:nvSpPr>
        <p:spPr>
          <a:xfrm>
            <a:off x="838200" y="365127"/>
            <a:ext cx="10515600" cy="1325700"/>
          </a:xfrm>
          <a:prstGeom prst="rect">
            <a:avLst/>
          </a:prstGeom>
          <a:noFill/>
          <a:ln>
            <a:noFill/>
          </a:ln>
        </p:spPr>
        <p:txBody>
          <a:bodyPr spcFirstLastPara="1" wrap="square" lIns="91425" tIns="45700" rIns="91425" bIns="45700" anchor="ctr" anchorCtr="0">
            <a:normAutofit/>
          </a:bodyPr>
          <a:lstStyle>
            <a:lvl1pPr lvl="0" algn="l" rtl="0">
              <a:lnSpc>
                <a:spcPct val="90000"/>
              </a:lnSpc>
              <a:spcBef>
                <a:spcPts val="0"/>
              </a:spcBef>
              <a:spcAft>
                <a:spcPts val="0"/>
              </a:spcAft>
              <a:buClr>
                <a:schemeClr val="dk1"/>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843" name="Google Shape;843;p16"/>
          <p:cNvSpPr txBox="1">
            <a:spLocks noGrp="1"/>
          </p:cNvSpPr>
          <p:nvPr>
            <p:ph type="body" idx="1"/>
          </p:nvPr>
        </p:nvSpPr>
        <p:spPr>
          <a:xfrm>
            <a:off x="838200" y="1825625"/>
            <a:ext cx="10515600" cy="4351200"/>
          </a:xfrm>
          <a:prstGeom prst="rect">
            <a:avLst/>
          </a:prstGeom>
          <a:noFill/>
          <a:ln>
            <a:noFill/>
          </a:ln>
        </p:spPr>
        <p:txBody>
          <a:bodyPr spcFirstLastPara="1" wrap="square" lIns="91425" tIns="45700" rIns="91425" bIns="45700" anchor="t" anchorCtr="0">
            <a:normAutofit/>
          </a:bodyPr>
          <a:lstStyle>
            <a:lvl1pPr marL="457200" lvl="0" indent="-406400" algn="l" rtl="0">
              <a:lnSpc>
                <a:spcPct val="90000"/>
              </a:lnSpc>
              <a:spcBef>
                <a:spcPts val="1000"/>
              </a:spcBef>
              <a:spcAft>
                <a:spcPts val="0"/>
              </a:spcAft>
              <a:buClr>
                <a:schemeClr val="dk1"/>
              </a:buClr>
              <a:buSzPts val="2800"/>
              <a:buChar char="•"/>
              <a:defRPr>
                <a:latin typeface="Avenir"/>
                <a:ea typeface="Avenir"/>
                <a:cs typeface="Avenir"/>
                <a:sym typeface="Avenir"/>
              </a:defRPr>
            </a:lvl1pPr>
            <a:lvl2pPr marL="914400" lvl="1" indent="-381000" algn="l" rtl="0">
              <a:lnSpc>
                <a:spcPct val="90000"/>
              </a:lnSpc>
              <a:spcBef>
                <a:spcPts val="500"/>
              </a:spcBef>
              <a:spcAft>
                <a:spcPts val="0"/>
              </a:spcAft>
              <a:buClr>
                <a:schemeClr val="dk1"/>
              </a:buClr>
              <a:buSzPts val="2400"/>
              <a:buChar char="•"/>
              <a:defRPr>
                <a:latin typeface="Avenir"/>
                <a:ea typeface="Avenir"/>
                <a:cs typeface="Avenir"/>
                <a:sym typeface="Avenir"/>
              </a:defRPr>
            </a:lvl2pPr>
            <a:lvl3pPr marL="1371600" lvl="2" indent="-355600" algn="l" rtl="0">
              <a:lnSpc>
                <a:spcPct val="90000"/>
              </a:lnSpc>
              <a:spcBef>
                <a:spcPts val="500"/>
              </a:spcBef>
              <a:spcAft>
                <a:spcPts val="0"/>
              </a:spcAft>
              <a:buClr>
                <a:schemeClr val="dk1"/>
              </a:buClr>
              <a:buSzPts val="2000"/>
              <a:buChar char="•"/>
              <a:defRPr>
                <a:latin typeface="Avenir"/>
                <a:ea typeface="Avenir"/>
                <a:cs typeface="Avenir"/>
                <a:sym typeface="Avenir"/>
              </a:defRPr>
            </a:lvl3pPr>
            <a:lvl4pPr marL="1828800" lvl="3" indent="-342900" algn="l" rtl="0">
              <a:lnSpc>
                <a:spcPct val="90000"/>
              </a:lnSpc>
              <a:spcBef>
                <a:spcPts val="500"/>
              </a:spcBef>
              <a:spcAft>
                <a:spcPts val="0"/>
              </a:spcAft>
              <a:buClr>
                <a:schemeClr val="dk1"/>
              </a:buClr>
              <a:buSzPts val="1800"/>
              <a:buChar char="•"/>
              <a:defRPr>
                <a:latin typeface="Avenir"/>
                <a:ea typeface="Avenir"/>
                <a:cs typeface="Avenir"/>
                <a:sym typeface="Avenir"/>
              </a:defRPr>
            </a:lvl4pPr>
            <a:lvl5pPr marL="2286000" lvl="4" indent="-342900" algn="l" rtl="0">
              <a:lnSpc>
                <a:spcPct val="90000"/>
              </a:lnSpc>
              <a:spcBef>
                <a:spcPts val="500"/>
              </a:spcBef>
              <a:spcAft>
                <a:spcPts val="0"/>
              </a:spcAft>
              <a:buClr>
                <a:schemeClr val="dk1"/>
              </a:buClr>
              <a:buSzPts val="1800"/>
              <a:buChar char="•"/>
              <a:defRPr>
                <a:latin typeface="Avenir"/>
                <a:ea typeface="Avenir"/>
                <a:cs typeface="Avenir"/>
                <a:sym typeface="Avenir"/>
              </a:defRPr>
            </a:lvl5pPr>
            <a:lvl6pPr marL="2743200" lvl="5" indent="-342900" algn="l" rtl="0">
              <a:lnSpc>
                <a:spcPct val="90000"/>
              </a:lnSpc>
              <a:spcBef>
                <a:spcPts val="500"/>
              </a:spcBef>
              <a:spcAft>
                <a:spcPts val="0"/>
              </a:spcAft>
              <a:buClr>
                <a:schemeClr val="dk1"/>
              </a:buClr>
              <a:buSzPts val="1800"/>
              <a:buChar char="•"/>
              <a:defRPr/>
            </a:lvl6pPr>
            <a:lvl7pPr marL="3200400" lvl="6" indent="-342900" algn="l" rtl="0">
              <a:lnSpc>
                <a:spcPct val="90000"/>
              </a:lnSpc>
              <a:spcBef>
                <a:spcPts val="500"/>
              </a:spcBef>
              <a:spcAft>
                <a:spcPts val="0"/>
              </a:spcAft>
              <a:buClr>
                <a:schemeClr val="dk1"/>
              </a:buClr>
              <a:buSzPts val="1800"/>
              <a:buChar char="•"/>
              <a:defRPr/>
            </a:lvl7pPr>
            <a:lvl8pPr marL="3657600" lvl="7" indent="-342900" algn="l" rtl="0">
              <a:lnSpc>
                <a:spcPct val="90000"/>
              </a:lnSpc>
              <a:spcBef>
                <a:spcPts val="500"/>
              </a:spcBef>
              <a:spcAft>
                <a:spcPts val="0"/>
              </a:spcAft>
              <a:buClr>
                <a:schemeClr val="dk1"/>
              </a:buClr>
              <a:buSzPts val="1800"/>
              <a:buChar char="•"/>
              <a:defRPr/>
            </a:lvl8pPr>
            <a:lvl9pPr marL="4114800" lvl="8" indent="-342900" algn="l" rtl="0">
              <a:lnSpc>
                <a:spcPct val="90000"/>
              </a:lnSpc>
              <a:spcBef>
                <a:spcPts val="500"/>
              </a:spcBef>
              <a:spcAft>
                <a:spcPts val="0"/>
              </a:spcAft>
              <a:buClr>
                <a:schemeClr val="dk1"/>
              </a:buClr>
              <a:buSzPts val="1800"/>
              <a:buChar char="•"/>
              <a:defRPr/>
            </a:lvl9pPr>
          </a:lstStyle>
          <a:p>
            <a:endParaRPr/>
          </a:p>
        </p:txBody>
      </p:sp>
      <p:sp>
        <p:nvSpPr>
          <p:cNvPr id="844" name="Google Shape;844;p16"/>
          <p:cNvSpPr txBox="1">
            <a:spLocks noGrp="1"/>
          </p:cNvSpPr>
          <p:nvPr>
            <p:ph type="dt" idx="10"/>
          </p:nvPr>
        </p:nvSpPr>
        <p:spPr>
          <a:xfrm>
            <a:off x="838200" y="6356352"/>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845" name="Google Shape;845;p16"/>
          <p:cNvSpPr txBox="1">
            <a:spLocks noGrp="1"/>
          </p:cNvSpPr>
          <p:nvPr>
            <p:ph type="ftr" idx="11"/>
          </p:nvPr>
        </p:nvSpPr>
        <p:spPr>
          <a:xfrm>
            <a:off x="4038600" y="6356352"/>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846" name="Google Shape;846;p16"/>
          <p:cNvSpPr txBox="1">
            <a:spLocks noGrp="1"/>
          </p:cNvSpPr>
          <p:nvPr>
            <p:ph type="sldNum" idx="12"/>
          </p:nvPr>
        </p:nvSpPr>
        <p:spPr>
          <a:xfrm>
            <a:off x="8610600" y="6356352"/>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853"/>
        <p:cNvGrpSpPr/>
        <p:nvPr/>
      </p:nvGrpSpPr>
      <p:grpSpPr>
        <a:xfrm>
          <a:off x="0" y="0"/>
          <a:ext cx="0" cy="0"/>
          <a:chOff x="0" y="0"/>
          <a:chExt cx="0" cy="0"/>
        </a:xfrm>
      </p:grpSpPr>
      <p:sp>
        <p:nvSpPr>
          <p:cNvPr id="854" name="Google Shape;854;p18"/>
          <p:cNvSpPr txBox="1">
            <a:spLocks noGrp="1"/>
          </p:cNvSpPr>
          <p:nvPr>
            <p:ph type="title"/>
          </p:nvPr>
        </p:nvSpPr>
        <p:spPr>
          <a:xfrm>
            <a:off x="831851" y="1709740"/>
            <a:ext cx="10515600" cy="2852700"/>
          </a:xfrm>
          <a:prstGeom prst="rect">
            <a:avLst/>
          </a:prstGeom>
          <a:noFill/>
          <a:ln>
            <a:noFill/>
          </a:ln>
        </p:spPr>
        <p:txBody>
          <a:bodyPr spcFirstLastPara="1" wrap="square" lIns="91425" tIns="45700" rIns="91425" bIns="45700" anchor="b" anchorCtr="0">
            <a:normAutofit/>
          </a:bodyPr>
          <a:lstStyle>
            <a:lvl1pPr lvl="0" algn="l" rtl="0">
              <a:lnSpc>
                <a:spcPct val="90000"/>
              </a:lnSpc>
              <a:spcBef>
                <a:spcPts val="0"/>
              </a:spcBef>
              <a:spcAft>
                <a:spcPts val="0"/>
              </a:spcAft>
              <a:buClr>
                <a:schemeClr val="dk1"/>
              </a:buClr>
              <a:buSzPts val="6000"/>
              <a:buFont typeface="Poppins"/>
              <a:buNone/>
              <a:defRPr sz="6000"/>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855" name="Google Shape;855;p18"/>
          <p:cNvSpPr txBox="1">
            <a:spLocks noGrp="1"/>
          </p:cNvSpPr>
          <p:nvPr>
            <p:ph type="body" idx="1"/>
          </p:nvPr>
        </p:nvSpPr>
        <p:spPr>
          <a:xfrm>
            <a:off x="831851" y="4589465"/>
            <a:ext cx="10515600" cy="1500300"/>
          </a:xfrm>
          <a:prstGeom prst="rect">
            <a:avLst/>
          </a:prstGeom>
          <a:noFill/>
          <a:ln>
            <a:noFill/>
          </a:ln>
        </p:spPr>
        <p:txBody>
          <a:bodyPr spcFirstLastPara="1" wrap="square" lIns="91425" tIns="45700" rIns="91425" bIns="45700" anchor="t" anchorCtr="0">
            <a:normAutofit/>
          </a:bodyPr>
          <a:lstStyle>
            <a:lvl1pPr marL="457200" lvl="0" indent="-228600" algn="l" rtl="0">
              <a:lnSpc>
                <a:spcPct val="90000"/>
              </a:lnSpc>
              <a:spcBef>
                <a:spcPts val="1000"/>
              </a:spcBef>
              <a:spcAft>
                <a:spcPts val="0"/>
              </a:spcAft>
              <a:buClr>
                <a:srgbClr val="888888"/>
              </a:buClr>
              <a:buSzPts val="2400"/>
              <a:buNone/>
              <a:defRPr sz="2400">
                <a:solidFill>
                  <a:srgbClr val="888888"/>
                </a:solidFill>
              </a:defRPr>
            </a:lvl1pPr>
            <a:lvl2pPr marL="914400" lvl="1" indent="-228600" algn="l" rtl="0">
              <a:lnSpc>
                <a:spcPct val="90000"/>
              </a:lnSpc>
              <a:spcBef>
                <a:spcPts val="500"/>
              </a:spcBef>
              <a:spcAft>
                <a:spcPts val="0"/>
              </a:spcAft>
              <a:buClr>
                <a:srgbClr val="888888"/>
              </a:buClr>
              <a:buSzPts val="2000"/>
              <a:buNone/>
              <a:defRPr sz="2000">
                <a:solidFill>
                  <a:srgbClr val="888888"/>
                </a:solidFill>
              </a:defRPr>
            </a:lvl2pPr>
            <a:lvl3pPr marL="1371600" lvl="2" indent="-228600" algn="l" rtl="0">
              <a:lnSpc>
                <a:spcPct val="90000"/>
              </a:lnSpc>
              <a:spcBef>
                <a:spcPts val="500"/>
              </a:spcBef>
              <a:spcAft>
                <a:spcPts val="0"/>
              </a:spcAft>
              <a:buClr>
                <a:srgbClr val="888888"/>
              </a:buClr>
              <a:buSzPts val="1800"/>
              <a:buNone/>
              <a:defRPr sz="1800">
                <a:solidFill>
                  <a:srgbClr val="888888"/>
                </a:solidFill>
              </a:defRPr>
            </a:lvl3pPr>
            <a:lvl4pPr marL="1828800" lvl="3" indent="-228600" algn="l" rtl="0">
              <a:lnSpc>
                <a:spcPct val="90000"/>
              </a:lnSpc>
              <a:spcBef>
                <a:spcPts val="500"/>
              </a:spcBef>
              <a:spcAft>
                <a:spcPts val="0"/>
              </a:spcAft>
              <a:buClr>
                <a:srgbClr val="888888"/>
              </a:buClr>
              <a:buSzPts val="1600"/>
              <a:buNone/>
              <a:defRPr sz="1600">
                <a:solidFill>
                  <a:srgbClr val="888888"/>
                </a:solidFill>
              </a:defRPr>
            </a:lvl4pPr>
            <a:lvl5pPr marL="2286000" lvl="4" indent="-228600" algn="l" rtl="0">
              <a:lnSpc>
                <a:spcPct val="90000"/>
              </a:lnSpc>
              <a:spcBef>
                <a:spcPts val="500"/>
              </a:spcBef>
              <a:spcAft>
                <a:spcPts val="0"/>
              </a:spcAft>
              <a:buClr>
                <a:srgbClr val="888888"/>
              </a:buClr>
              <a:buSzPts val="1600"/>
              <a:buNone/>
              <a:defRPr sz="1600">
                <a:solidFill>
                  <a:srgbClr val="888888"/>
                </a:solidFill>
              </a:defRPr>
            </a:lvl5pPr>
            <a:lvl6pPr marL="2743200" lvl="5" indent="-228600" algn="l" rtl="0">
              <a:lnSpc>
                <a:spcPct val="90000"/>
              </a:lnSpc>
              <a:spcBef>
                <a:spcPts val="500"/>
              </a:spcBef>
              <a:spcAft>
                <a:spcPts val="0"/>
              </a:spcAft>
              <a:buClr>
                <a:srgbClr val="888888"/>
              </a:buClr>
              <a:buSzPts val="1600"/>
              <a:buNone/>
              <a:defRPr sz="1600">
                <a:solidFill>
                  <a:srgbClr val="888888"/>
                </a:solidFill>
              </a:defRPr>
            </a:lvl6pPr>
            <a:lvl7pPr marL="3200400" lvl="6" indent="-228600" algn="l" rtl="0">
              <a:lnSpc>
                <a:spcPct val="90000"/>
              </a:lnSpc>
              <a:spcBef>
                <a:spcPts val="500"/>
              </a:spcBef>
              <a:spcAft>
                <a:spcPts val="0"/>
              </a:spcAft>
              <a:buClr>
                <a:srgbClr val="888888"/>
              </a:buClr>
              <a:buSzPts val="1600"/>
              <a:buNone/>
              <a:defRPr sz="1600">
                <a:solidFill>
                  <a:srgbClr val="888888"/>
                </a:solidFill>
              </a:defRPr>
            </a:lvl7pPr>
            <a:lvl8pPr marL="3657600" lvl="7" indent="-228600" algn="l" rtl="0">
              <a:lnSpc>
                <a:spcPct val="90000"/>
              </a:lnSpc>
              <a:spcBef>
                <a:spcPts val="500"/>
              </a:spcBef>
              <a:spcAft>
                <a:spcPts val="0"/>
              </a:spcAft>
              <a:buClr>
                <a:srgbClr val="888888"/>
              </a:buClr>
              <a:buSzPts val="1600"/>
              <a:buNone/>
              <a:defRPr sz="1600">
                <a:solidFill>
                  <a:srgbClr val="888888"/>
                </a:solidFill>
              </a:defRPr>
            </a:lvl8pPr>
            <a:lvl9pPr marL="4114800" lvl="8" indent="-228600" algn="l" rtl="0">
              <a:lnSpc>
                <a:spcPct val="90000"/>
              </a:lnSpc>
              <a:spcBef>
                <a:spcPts val="500"/>
              </a:spcBef>
              <a:spcAft>
                <a:spcPts val="0"/>
              </a:spcAft>
              <a:buClr>
                <a:srgbClr val="888888"/>
              </a:buClr>
              <a:buSzPts val="1600"/>
              <a:buNone/>
              <a:defRPr sz="1600">
                <a:solidFill>
                  <a:srgbClr val="888888"/>
                </a:solidFill>
              </a:defRPr>
            </a:lvl9pPr>
          </a:lstStyle>
          <a:p>
            <a:endParaRPr/>
          </a:p>
        </p:txBody>
      </p:sp>
      <p:sp>
        <p:nvSpPr>
          <p:cNvPr id="856" name="Google Shape;856;p18"/>
          <p:cNvSpPr txBox="1">
            <a:spLocks noGrp="1"/>
          </p:cNvSpPr>
          <p:nvPr>
            <p:ph type="dt" idx="10"/>
          </p:nvPr>
        </p:nvSpPr>
        <p:spPr>
          <a:xfrm>
            <a:off x="838200" y="6356352"/>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857" name="Google Shape;857;p18"/>
          <p:cNvSpPr txBox="1">
            <a:spLocks noGrp="1"/>
          </p:cNvSpPr>
          <p:nvPr>
            <p:ph type="ftr" idx="11"/>
          </p:nvPr>
        </p:nvSpPr>
        <p:spPr>
          <a:xfrm>
            <a:off x="4038600" y="6356352"/>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858" name="Google Shape;858;p18"/>
          <p:cNvSpPr txBox="1">
            <a:spLocks noGrp="1"/>
          </p:cNvSpPr>
          <p:nvPr>
            <p:ph type="sldNum" idx="12"/>
          </p:nvPr>
        </p:nvSpPr>
        <p:spPr>
          <a:xfrm>
            <a:off x="8610600" y="6356352"/>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859"/>
        <p:cNvGrpSpPr/>
        <p:nvPr/>
      </p:nvGrpSpPr>
      <p:grpSpPr>
        <a:xfrm>
          <a:off x="0" y="0"/>
          <a:ext cx="0" cy="0"/>
          <a:chOff x="0" y="0"/>
          <a:chExt cx="0" cy="0"/>
        </a:xfrm>
      </p:grpSpPr>
      <p:sp>
        <p:nvSpPr>
          <p:cNvPr id="860" name="Google Shape;860;p19"/>
          <p:cNvSpPr txBox="1">
            <a:spLocks noGrp="1"/>
          </p:cNvSpPr>
          <p:nvPr>
            <p:ph type="title"/>
          </p:nvPr>
        </p:nvSpPr>
        <p:spPr>
          <a:xfrm>
            <a:off x="838200" y="365127"/>
            <a:ext cx="10515600" cy="1325700"/>
          </a:xfrm>
          <a:prstGeom prst="rect">
            <a:avLst/>
          </a:prstGeom>
          <a:noFill/>
          <a:ln>
            <a:noFill/>
          </a:ln>
        </p:spPr>
        <p:txBody>
          <a:bodyPr spcFirstLastPara="1" wrap="square" lIns="91425" tIns="45700" rIns="91425" bIns="45700" anchor="ctr" anchorCtr="0">
            <a:normAutofit/>
          </a:bodyPr>
          <a:lstStyle>
            <a:lvl1pPr lvl="0" algn="l" rtl="0">
              <a:lnSpc>
                <a:spcPct val="90000"/>
              </a:lnSpc>
              <a:spcBef>
                <a:spcPts val="0"/>
              </a:spcBef>
              <a:spcAft>
                <a:spcPts val="0"/>
              </a:spcAft>
              <a:buClr>
                <a:schemeClr val="dk1"/>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861" name="Google Shape;861;p19"/>
          <p:cNvSpPr txBox="1">
            <a:spLocks noGrp="1"/>
          </p:cNvSpPr>
          <p:nvPr>
            <p:ph type="body" idx="1"/>
          </p:nvPr>
        </p:nvSpPr>
        <p:spPr>
          <a:xfrm>
            <a:off x="838200" y="1825625"/>
            <a:ext cx="5181600" cy="43512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1000"/>
              </a:spcBef>
              <a:spcAft>
                <a:spcPts val="0"/>
              </a:spcAft>
              <a:buClr>
                <a:schemeClr val="dk1"/>
              </a:buClr>
              <a:buSzPts val="1800"/>
              <a:buChar char="•"/>
              <a:defRPr/>
            </a:lvl1pPr>
            <a:lvl2pPr marL="914400" lvl="1" indent="-342900" algn="l" rtl="0">
              <a:lnSpc>
                <a:spcPct val="90000"/>
              </a:lnSpc>
              <a:spcBef>
                <a:spcPts val="500"/>
              </a:spcBef>
              <a:spcAft>
                <a:spcPts val="0"/>
              </a:spcAft>
              <a:buClr>
                <a:schemeClr val="dk1"/>
              </a:buClr>
              <a:buSzPts val="1800"/>
              <a:buChar char="•"/>
              <a:defRPr/>
            </a:lvl2pPr>
            <a:lvl3pPr marL="1371600" lvl="2" indent="-342900" algn="l" rtl="0">
              <a:lnSpc>
                <a:spcPct val="90000"/>
              </a:lnSpc>
              <a:spcBef>
                <a:spcPts val="500"/>
              </a:spcBef>
              <a:spcAft>
                <a:spcPts val="0"/>
              </a:spcAft>
              <a:buClr>
                <a:schemeClr val="dk1"/>
              </a:buClr>
              <a:buSzPts val="1800"/>
              <a:buChar char="•"/>
              <a:defRPr/>
            </a:lvl3pPr>
            <a:lvl4pPr marL="1828800" lvl="3" indent="-342900" algn="l" rtl="0">
              <a:lnSpc>
                <a:spcPct val="90000"/>
              </a:lnSpc>
              <a:spcBef>
                <a:spcPts val="500"/>
              </a:spcBef>
              <a:spcAft>
                <a:spcPts val="0"/>
              </a:spcAft>
              <a:buClr>
                <a:schemeClr val="dk1"/>
              </a:buClr>
              <a:buSzPts val="1800"/>
              <a:buChar char="•"/>
              <a:defRPr/>
            </a:lvl4pPr>
            <a:lvl5pPr marL="2286000" lvl="4" indent="-342900" algn="l" rtl="0">
              <a:lnSpc>
                <a:spcPct val="90000"/>
              </a:lnSpc>
              <a:spcBef>
                <a:spcPts val="500"/>
              </a:spcBef>
              <a:spcAft>
                <a:spcPts val="0"/>
              </a:spcAft>
              <a:buClr>
                <a:schemeClr val="dk1"/>
              </a:buClr>
              <a:buSzPts val="1800"/>
              <a:buChar char="•"/>
              <a:defRPr/>
            </a:lvl5pPr>
            <a:lvl6pPr marL="2743200" lvl="5" indent="-342900" algn="l" rtl="0">
              <a:lnSpc>
                <a:spcPct val="90000"/>
              </a:lnSpc>
              <a:spcBef>
                <a:spcPts val="500"/>
              </a:spcBef>
              <a:spcAft>
                <a:spcPts val="0"/>
              </a:spcAft>
              <a:buClr>
                <a:schemeClr val="dk1"/>
              </a:buClr>
              <a:buSzPts val="1800"/>
              <a:buChar char="•"/>
              <a:defRPr/>
            </a:lvl6pPr>
            <a:lvl7pPr marL="3200400" lvl="6" indent="-342900" algn="l" rtl="0">
              <a:lnSpc>
                <a:spcPct val="90000"/>
              </a:lnSpc>
              <a:spcBef>
                <a:spcPts val="500"/>
              </a:spcBef>
              <a:spcAft>
                <a:spcPts val="0"/>
              </a:spcAft>
              <a:buClr>
                <a:schemeClr val="dk1"/>
              </a:buClr>
              <a:buSzPts val="1800"/>
              <a:buChar char="•"/>
              <a:defRPr/>
            </a:lvl7pPr>
            <a:lvl8pPr marL="3657600" lvl="7" indent="-342900" algn="l" rtl="0">
              <a:lnSpc>
                <a:spcPct val="90000"/>
              </a:lnSpc>
              <a:spcBef>
                <a:spcPts val="500"/>
              </a:spcBef>
              <a:spcAft>
                <a:spcPts val="0"/>
              </a:spcAft>
              <a:buClr>
                <a:schemeClr val="dk1"/>
              </a:buClr>
              <a:buSzPts val="1800"/>
              <a:buChar char="•"/>
              <a:defRPr/>
            </a:lvl8pPr>
            <a:lvl9pPr marL="4114800" lvl="8" indent="-342900" algn="l" rtl="0">
              <a:lnSpc>
                <a:spcPct val="90000"/>
              </a:lnSpc>
              <a:spcBef>
                <a:spcPts val="500"/>
              </a:spcBef>
              <a:spcAft>
                <a:spcPts val="0"/>
              </a:spcAft>
              <a:buClr>
                <a:schemeClr val="dk1"/>
              </a:buClr>
              <a:buSzPts val="1800"/>
              <a:buChar char="•"/>
              <a:defRPr/>
            </a:lvl9pPr>
          </a:lstStyle>
          <a:p>
            <a:endParaRPr/>
          </a:p>
        </p:txBody>
      </p:sp>
      <p:sp>
        <p:nvSpPr>
          <p:cNvPr id="862" name="Google Shape;862;p19"/>
          <p:cNvSpPr txBox="1">
            <a:spLocks noGrp="1"/>
          </p:cNvSpPr>
          <p:nvPr>
            <p:ph type="body" idx="2"/>
          </p:nvPr>
        </p:nvSpPr>
        <p:spPr>
          <a:xfrm>
            <a:off x="6172200" y="1825625"/>
            <a:ext cx="5181600" cy="43512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1000"/>
              </a:spcBef>
              <a:spcAft>
                <a:spcPts val="0"/>
              </a:spcAft>
              <a:buClr>
                <a:schemeClr val="dk1"/>
              </a:buClr>
              <a:buSzPts val="1800"/>
              <a:buChar char="•"/>
              <a:defRPr/>
            </a:lvl1pPr>
            <a:lvl2pPr marL="914400" lvl="1" indent="-342900" algn="l" rtl="0">
              <a:lnSpc>
                <a:spcPct val="90000"/>
              </a:lnSpc>
              <a:spcBef>
                <a:spcPts val="500"/>
              </a:spcBef>
              <a:spcAft>
                <a:spcPts val="0"/>
              </a:spcAft>
              <a:buClr>
                <a:schemeClr val="dk1"/>
              </a:buClr>
              <a:buSzPts val="1800"/>
              <a:buChar char="•"/>
              <a:defRPr/>
            </a:lvl2pPr>
            <a:lvl3pPr marL="1371600" lvl="2" indent="-342900" algn="l" rtl="0">
              <a:lnSpc>
                <a:spcPct val="90000"/>
              </a:lnSpc>
              <a:spcBef>
                <a:spcPts val="500"/>
              </a:spcBef>
              <a:spcAft>
                <a:spcPts val="0"/>
              </a:spcAft>
              <a:buClr>
                <a:schemeClr val="dk1"/>
              </a:buClr>
              <a:buSzPts val="1800"/>
              <a:buChar char="•"/>
              <a:defRPr/>
            </a:lvl3pPr>
            <a:lvl4pPr marL="1828800" lvl="3" indent="-342900" algn="l" rtl="0">
              <a:lnSpc>
                <a:spcPct val="90000"/>
              </a:lnSpc>
              <a:spcBef>
                <a:spcPts val="500"/>
              </a:spcBef>
              <a:spcAft>
                <a:spcPts val="0"/>
              </a:spcAft>
              <a:buClr>
                <a:schemeClr val="dk1"/>
              </a:buClr>
              <a:buSzPts val="1800"/>
              <a:buChar char="•"/>
              <a:defRPr/>
            </a:lvl4pPr>
            <a:lvl5pPr marL="2286000" lvl="4" indent="-342900" algn="l" rtl="0">
              <a:lnSpc>
                <a:spcPct val="90000"/>
              </a:lnSpc>
              <a:spcBef>
                <a:spcPts val="500"/>
              </a:spcBef>
              <a:spcAft>
                <a:spcPts val="0"/>
              </a:spcAft>
              <a:buClr>
                <a:schemeClr val="dk1"/>
              </a:buClr>
              <a:buSzPts val="1800"/>
              <a:buChar char="•"/>
              <a:defRPr/>
            </a:lvl5pPr>
            <a:lvl6pPr marL="2743200" lvl="5" indent="-342900" algn="l" rtl="0">
              <a:lnSpc>
                <a:spcPct val="90000"/>
              </a:lnSpc>
              <a:spcBef>
                <a:spcPts val="500"/>
              </a:spcBef>
              <a:spcAft>
                <a:spcPts val="0"/>
              </a:spcAft>
              <a:buClr>
                <a:schemeClr val="dk1"/>
              </a:buClr>
              <a:buSzPts val="1800"/>
              <a:buChar char="•"/>
              <a:defRPr/>
            </a:lvl6pPr>
            <a:lvl7pPr marL="3200400" lvl="6" indent="-342900" algn="l" rtl="0">
              <a:lnSpc>
                <a:spcPct val="90000"/>
              </a:lnSpc>
              <a:spcBef>
                <a:spcPts val="500"/>
              </a:spcBef>
              <a:spcAft>
                <a:spcPts val="0"/>
              </a:spcAft>
              <a:buClr>
                <a:schemeClr val="dk1"/>
              </a:buClr>
              <a:buSzPts val="1800"/>
              <a:buChar char="•"/>
              <a:defRPr/>
            </a:lvl7pPr>
            <a:lvl8pPr marL="3657600" lvl="7" indent="-342900" algn="l" rtl="0">
              <a:lnSpc>
                <a:spcPct val="90000"/>
              </a:lnSpc>
              <a:spcBef>
                <a:spcPts val="500"/>
              </a:spcBef>
              <a:spcAft>
                <a:spcPts val="0"/>
              </a:spcAft>
              <a:buClr>
                <a:schemeClr val="dk1"/>
              </a:buClr>
              <a:buSzPts val="1800"/>
              <a:buChar char="•"/>
              <a:defRPr/>
            </a:lvl8pPr>
            <a:lvl9pPr marL="4114800" lvl="8" indent="-342900" algn="l" rtl="0">
              <a:lnSpc>
                <a:spcPct val="90000"/>
              </a:lnSpc>
              <a:spcBef>
                <a:spcPts val="500"/>
              </a:spcBef>
              <a:spcAft>
                <a:spcPts val="0"/>
              </a:spcAft>
              <a:buClr>
                <a:schemeClr val="dk1"/>
              </a:buClr>
              <a:buSzPts val="1800"/>
              <a:buChar char="•"/>
              <a:defRPr/>
            </a:lvl9pPr>
          </a:lstStyle>
          <a:p>
            <a:endParaRPr/>
          </a:p>
        </p:txBody>
      </p:sp>
      <p:sp>
        <p:nvSpPr>
          <p:cNvPr id="863" name="Google Shape;863;p19"/>
          <p:cNvSpPr txBox="1">
            <a:spLocks noGrp="1"/>
          </p:cNvSpPr>
          <p:nvPr>
            <p:ph type="dt" idx="10"/>
          </p:nvPr>
        </p:nvSpPr>
        <p:spPr>
          <a:xfrm>
            <a:off x="838200" y="6356352"/>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864" name="Google Shape;864;p19"/>
          <p:cNvSpPr txBox="1">
            <a:spLocks noGrp="1"/>
          </p:cNvSpPr>
          <p:nvPr>
            <p:ph type="ftr" idx="11"/>
          </p:nvPr>
        </p:nvSpPr>
        <p:spPr>
          <a:xfrm>
            <a:off x="4038600" y="6356352"/>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865" name="Google Shape;865;p19"/>
          <p:cNvSpPr txBox="1">
            <a:spLocks noGrp="1"/>
          </p:cNvSpPr>
          <p:nvPr>
            <p:ph type="sldNum" idx="12"/>
          </p:nvPr>
        </p:nvSpPr>
        <p:spPr>
          <a:xfrm>
            <a:off x="8610600" y="6356352"/>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866"/>
        <p:cNvGrpSpPr/>
        <p:nvPr/>
      </p:nvGrpSpPr>
      <p:grpSpPr>
        <a:xfrm>
          <a:off x="0" y="0"/>
          <a:ext cx="0" cy="0"/>
          <a:chOff x="0" y="0"/>
          <a:chExt cx="0" cy="0"/>
        </a:xfrm>
      </p:grpSpPr>
      <p:sp>
        <p:nvSpPr>
          <p:cNvPr id="867" name="Google Shape;867;p20"/>
          <p:cNvSpPr txBox="1">
            <a:spLocks noGrp="1"/>
          </p:cNvSpPr>
          <p:nvPr>
            <p:ph type="title"/>
          </p:nvPr>
        </p:nvSpPr>
        <p:spPr>
          <a:xfrm>
            <a:off x="839788" y="365127"/>
            <a:ext cx="10515600" cy="1325700"/>
          </a:xfrm>
          <a:prstGeom prst="rect">
            <a:avLst/>
          </a:prstGeom>
          <a:noFill/>
          <a:ln>
            <a:noFill/>
          </a:ln>
        </p:spPr>
        <p:txBody>
          <a:bodyPr spcFirstLastPara="1" wrap="square" lIns="91425" tIns="45700" rIns="91425" bIns="45700" anchor="ctr" anchorCtr="0">
            <a:normAutofit/>
          </a:bodyPr>
          <a:lstStyle>
            <a:lvl1pPr lvl="0" algn="l" rtl="0">
              <a:lnSpc>
                <a:spcPct val="90000"/>
              </a:lnSpc>
              <a:spcBef>
                <a:spcPts val="0"/>
              </a:spcBef>
              <a:spcAft>
                <a:spcPts val="0"/>
              </a:spcAft>
              <a:buClr>
                <a:schemeClr val="dk1"/>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868" name="Google Shape;868;p20"/>
          <p:cNvSpPr txBox="1">
            <a:spLocks noGrp="1"/>
          </p:cNvSpPr>
          <p:nvPr>
            <p:ph type="body" idx="1"/>
          </p:nvPr>
        </p:nvSpPr>
        <p:spPr>
          <a:xfrm>
            <a:off x="839789" y="1681163"/>
            <a:ext cx="5157900" cy="823800"/>
          </a:xfrm>
          <a:prstGeom prst="rect">
            <a:avLst/>
          </a:prstGeom>
          <a:noFill/>
          <a:ln>
            <a:noFill/>
          </a:ln>
        </p:spPr>
        <p:txBody>
          <a:bodyPr spcFirstLastPara="1" wrap="square" lIns="91425" tIns="45700" rIns="91425" bIns="45700" anchor="b" anchorCtr="0">
            <a:normAutofit/>
          </a:bodyPr>
          <a:lstStyle>
            <a:lvl1pPr marL="457200" lvl="0" indent="-228600" algn="l" rtl="0">
              <a:lnSpc>
                <a:spcPct val="90000"/>
              </a:lnSpc>
              <a:spcBef>
                <a:spcPts val="1000"/>
              </a:spcBef>
              <a:spcAft>
                <a:spcPts val="0"/>
              </a:spcAft>
              <a:buClr>
                <a:schemeClr val="dk1"/>
              </a:buClr>
              <a:buSzPts val="2400"/>
              <a:buNone/>
              <a:defRPr sz="2400" b="1"/>
            </a:lvl1pPr>
            <a:lvl2pPr marL="914400" lvl="1" indent="-228600" algn="l" rtl="0">
              <a:lnSpc>
                <a:spcPct val="90000"/>
              </a:lnSpc>
              <a:spcBef>
                <a:spcPts val="500"/>
              </a:spcBef>
              <a:spcAft>
                <a:spcPts val="0"/>
              </a:spcAft>
              <a:buClr>
                <a:schemeClr val="dk1"/>
              </a:buClr>
              <a:buSzPts val="2000"/>
              <a:buNone/>
              <a:defRPr sz="2000" b="1"/>
            </a:lvl2pPr>
            <a:lvl3pPr marL="1371600" lvl="2" indent="-228600" algn="l" rtl="0">
              <a:lnSpc>
                <a:spcPct val="90000"/>
              </a:lnSpc>
              <a:spcBef>
                <a:spcPts val="500"/>
              </a:spcBef>
              <a:spcAft>
                <a:spcPts val="0"/>
              </a:spcAft>
              <a:buClr>
                <a:schemeClr val="dk1"/>
              </a:buClr>
              <a:buSzPts val="1800"/>
              <a:buNone/>
              <a:defRPr sz="1800" b="1"/>
            </a:lvl3pPr>
            <a:lvl4pPr marL="1828800" lvl="3" indent="-228600" algn="l" rtl="0">
              <a:lnSpc>
                <a:spcPct val="90000"/>
              </a:lnSpc>
              <a:spcBef>
                <a:spcPts val="500"/>
              </a:spcBef>
              <a:spcAft>
                <a:spcPts val="0"/>
              </a:spcAft>
              <a:buClr>
                <a:schemeClr val="dk1"/>
              </a:buClr>
              <a:buSzPts val="1600"/>
              <a:buNone/>
              <a:defRPr sz="1600" b="1"/>
            </a:lvl4pPr>
            <a:lvl5pPr marL="2286000" lvl="4" indent="-228600" algn="l" rtl="0">
              <a:lnSpc>
                <a:spcPct val="90000"/>
              </a:lnSpc>
              <a:spcBef>
                <a:spcPts val="500"/>
              </a:spcBef>
              <a:spcAft>
                <a:spcPts val="0"/>
              </a:spcAft>
              <a:buClr>
                <a:schemeClr val="dk1"/>
              </a:buClr>
              <a:buSzPts val="1600"/>
              <a:buNone/>
              <a:defRPr sz="1600" b="1"/>
            </a:lvl5pPr>
            <a:lvl6pPr marL="2743200" lvl="5" indent="-228600" algn="l" rtl="0">
              <a:lnSpc>
                <a:spcPct val="90000"/>
              </a:lnSpc>
              <a:spcBef>
                <a:spcPts val="500"/>
              </a:spcBef>
              <a:spcAft>
                <a:spcPts val="0"/>
              </a:spcAft>
              <a:buClr>
                <a:schemeClr val="dk1"/>
              </a:buClr>
              <a:buSzPts val="1600"/>
              <a:buNone/>
              <a:defRPr sz="1600" b="1"/>
            </a:lvl6pPr>
            <a:lvl7pPr marL="3200400" lvl="6" indent="-228600" algn="l" rtl="0">
              <a:lnSpc>
                <a:spcPct val="90000"/>
              </a:lnSpc>
              <a:spcBef>
                <a:spcPts val="500"/>
              </a:spcBef>
              <a:spcAft>
                <a:spcPts val="0"/>
              </a:spcAft>
              <a:buClr>
                <a:schemeClr val="dk1"/>
              </a:buClr>
              <a:buSzPts val="1600"/>
              <a:buNone/>
              <a:defRPr sz="1600" b="1"/>
            </a:lvl7pPr>
            <a:lvl8pPr marL="3657600" lvl="7" indent="-228600" algn="l" rtl="0">
              <a:lnSpc>
                <a:spcPct val="90000"/>
              </a:lnSpc>
              <a:spcBef>
                <a:spcPts val="500"/>
              </a:spcBef>
              <a:spcAft>
                <a:spcPts val="0"/>
              </a:spcAft>
              <a:buClr>
                <a:schemeClr val="dk1"/>
              </a:buClr>
              <a:buSzPts val="1600"/>
              <a:buNone/>
              <a:defRPr sz="1600" b="1"/>
            </a:lvl8pPr>
            <a:lvl9pPr marL="4114800" lvl="8" indent="-228600" algn="l" rtl="0">
              <a:lnSpc>
                <a:spcPct val="90000"/>
              </a:lnSpc>
              <a:spcBef>
                <a:spcPts val="500"/>
              </a:spcBef>
              <a:spcAft>
                <a:spcPts val="0"/>
              </a:spcAft>
              <a:buClr>
                <a:schemeClr val="dk1"/>
              </a:buClr>
              <a:buSzPts val="1600"/>
              <a:buNone/>
              <a:defRPr sz="1600" b="1"/>
            </a:lvl9pPr>
          </a:lstStyle>
          <a:p>
            <a:endParaRPr/>
          </a:p>
        </p:txBody>
      </p:sp>
      <p:sp>
        <p:nvSpPr>
          <p:cNvPr id="869" name="Google Shape;869;p20"/>
          <p:cNvSpPr txBox="1">
            <a:spLocks noGrp="1"/>
          </p:cNvSpPr>
          <p:nvPr>
            <p:ph type="body" idx="2"/>
          </p:nvPr>
        </p:nvSpPr>
        <p:spPr>
          <a:xfrm>
            <a:off x="839789" y="2505075"/>
            <a:ext cx="5157900" cy="36846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1000"/>
              </a:spcBef>
              <a:spcAft>
                <a:spcPts val="0"/>
              </a:spcAft>
              <a:buClr>
                <a:schemeClr val="dk1"/>
              </a:buClr>
              <a:buSzPts val="1800"/>
              <a:buChar char="•"/>
              <a:defRPr/>
            </a:lvl1pPr>
            <a:lvl2pPr marL="914400" lvl="1" indent="-342900" algn="l" rtl="0">
              <a:lnSpc>
                <a:spcPct val="90000"/>
              </a:lnSpc>
              <a:spcBef>
                <a:spcPts val="500"/>
              </a:spcBef>
              <a:spcAft>
                <a:spcPts val="0"/>
              </a:spcAft>
              <a:buClr>
                <a:schemeClr val="dk1"/>
              </a:buClr>
              <a:buSzPts val="1800"/>
              <a:buChar char="•"/>
              <a:defRPr/>
            </a:lvl2pPr>
            <a:lvl3pPr marL="1371600" lvl="2" indent="-342900" algn="l" rtl="0">
              <a:lnSpc>
                <a:spcPct val="90000"/>
              </a:lnSpc>
              <a:spcBef>
                <a:spcPts val="500"/>
              </a:spcBef>
              <a:spcAft>
                <a:spcPts val="0"/>
              </a:spcAft>
              <a:buClr>
                <a:schemeClr val="dk1"/>
              </a:buClr>
              <a:buSzPts val="1800"/>
              <a:buChar char="•"/>
              <a:defRPr/>
            </a:lvl3pPr>
            <a:lvl4pPr marL="1828800" lvl="3" indent="-342900" algn="l" rtl="0">
              <a:lnSpc>
                <a:spcPct val="90000"/>
              </a:lnSpc>
              <a:spcBef>
                <a:spcPts val="500"/>
              </a:spcBef>
              <a:spcAft>
                <a:spcPts val="0"/>
              </a:spcAft>
              <a:buClr>
                <a:schemeClr val="dk1"/>
              </a:buClr>
              <a:buSzPts val="1800"/>
              <a:buChar char="•"/>
              <a:defRPr/>
            </a:lvl4pPr>
            <a:lvl5pPr marL="2286000" lvl="4" indent="-342900" algn="l" rtl="0">
              <a:lnSpc>
                <a:spcPct val="90000"/>
              </a:lnSpc>
              <a:spcBef>
                <a:spcPts val="500"/>
              </a:spcBef>
              <a:spcAft>
                <a:spcPts val="0"/>
              </a:spcAft>
              <a:buClr>
                <a:schemeClr val="dk1"/>
              </a:buClr>
              <a:buSzPts val="1800"/>
              <a:buChar char="•"/>
              <a:defRPr/>
            </a:lvl5pPr>
            <a:lvl6pPr marL="2743200" lvl="5" indent="-342900" algn="l" rtl="0">
              <a:lnSpc>
                <a:spcPct val="90000"/>
              </a:lnSpc>
              <a:spcBef>
                <a:spcPts val="500"/>
              </a:spcBef>
              <a:spcAft>
                <a:spcPts val="0"/>
              </a:spcAft>
              <a:buClr>
                <a:schemeClr val="dk1"/>
              </a:buClr>
              <a:buSzPts val="1800"/>
              <a:buChar char="•"/>
              <a:defRPr/>
            </a:lvl6pPr>
            <a:lvl7pPr marL="3200400" lvl="6" indent="-342900" algn="l" rtl="0">
              <a:lnSpc>
                <a:spcPct val="90000"/>
              </a:lnSpc>
              <a:spcBef>
                <a:spcPts val="500"/>
              </a:spcBef>
              <a:spcAft>
                <a:spcPts val="0"/>
              </a:spcAft>
              <a:buClr>
                <a:schemeClr val="dk1"/>
              </a:buClr>
              <a:buSzPts val="1800"/>
              <a:buChar char="•"/>
              <a:defRPr/>
            </a:lvl7pPr>
            <a:lvl8pPr marL="3657600" lvl="7" indent="-342900" algn="l" rtl="0">
              <a:lnSpc>
                <a:spcPct val="90000"/>
              </a:lnSpc>
              <a:spcBef>
                <a:spcPts val="500"/>
              </a:spcBef>
              <a:spcAft>
                <a:spcPts val="0"/>
              </a:spcAft>
              <a:buClr>
                <a:schemeClr val="dk1"/>
              </a:buClr>
              <a:buSzPts val="1800"/>
              <a:buChar char="•"/>
              <a:defRPr/>
            </a:lvl8pPr>
            <a:lvl9pPr marL="4114800" lvl="8" indent="-342900" algn="l" rtl="0">
              <a:lnSpc>
                <a:spcPct val="90000"/>
              </a:lnSpc>
              <a:spcBef>
                <a:spcPts val="500"/>
              </a:spcBef>
              <a:spcAft>
                <a:spcPts val="0"/>
              </a:spcAft>
              <a:buClr>
                <a:schemeClr val="dk1"/>
              </a:buClr>
              <a:buSzPts val="1800"/>
              <a:buChar char="•"/>
              <a:defRPr/>
            </a:lvl9pPr>
          </a:lstStyle>
          <a:p>
            <a:endParaRPr/>
          </a:p>
        </p:txBody>
      </p:sp>
      <p:sp>
        <p:nvSpPr>
          <p:cNvPr id="870" name="Google Shape;870;p20"/>
          <p:cNvSpPr txBox="1">
            <a:spLocks noGrp="1"/>
          </p:cNvSpPr>
          <p:nvPr>
            <p:ph type="body" idx="3"/>
          </p:nvPr>
        </p:nvSpPr>
        <p:spPr>
          <a:xfrm>
            <a:off x="6172201" y="1681163"/>
            <a:ext cx="5183100" cy="823800"/>
          </a:xfrm>
          <a:prstGeom prst="rect">
            <a:avLst/>
          </a:prstGeom>
          <a:noFill/>
          <a:ln>
            <a:noFill/>
          </a:ln>
        </p:spPr>
        <p:txBody>
          <a:bodyPr spcFirstLastPara="1" wrap="square" lIns="91425" tIns="45700" rIns="91425" bIns="45700" anchor="b" anchorCtr="0">
            <a:normAutofit/>
          </a:bodyPr>
          <a:lstStyle>
            <a:lvl1pPr marL="457200" lvl="0" indent="-228600" algn="l" rtl="0">
              <a:lnSpc>
                <a:spcPct val="90000"/>
              </a:lnSpc>
              <a:spcBef>
                <a:spcPts val="1000"/>
              </a:spcBef>
              <a:spcAft>
                <a:spcPts val="0"/>
              </a:spcAft>
              <a:buClr>
                <a:schemeClr val="dk1"/>
              </a:buClr>
              <a:buSzPts val="2400"/>
              <a:buNone/>
              <a:defRPr sz="2400" b="1"/>
            </a:lvl1pPr>
            <a:lvl2pPr marL="914400" lvl="1" indent="-228600" algn="l" rtl="0">
              <a:lnSpc>
                <a:spcPct val="90000"/>
              </a:lnSpc>
              <a:spcBef>
                <a:spcPts val="500"/>
              </a:spcBef>
              <a:spcAft>
                <a:spcPts val="0"/>
              </a:spcAft>
              <a:buClr>
                <a:schemeClr val="dk1"/>
              </a:buClr>
              <a:buSzPts val="2000"/>
              <a:buNone/>
              <a:defRPr sz="2000" b="1"/>
            </a:lvl2pPr>
            <a:lvl3pPr marL="1371600" lvl="2" indent="-228600" algn="l" rtl="0">
              <a:lnSpc>
                <a:spcPct val="90000"/>
              </a:lnSpc>
              <a:spcBef>
                <a:spcPts val="500"/>
              </a:spcBef>
              <a:spcAft>
                <a:spcPts val="0"/>
              </a:spcAft>
              <a:buClr>
                <a:schemeClr val="dk1"/>
              </a:buClr>
              <a:buSzPts val="1800"/>
              <a:buNone/>
              <a:defRPr sz="1800" b="1"/>
            </a:lvl3pPr>
            <a:lvl4pPr marL="1828800" lvl="3" indent="-228600" algn="l" rtl="0">
              <a:lnSpc>
                <a:spcPct val="90000"/>
              </a:lnSpc>
              <a:spcBef>
                <a:spcPts val="500"/>
              </a:spcBef>
              <a:spcAft>
                <a:spcPts val="0"/>
              </a:spcAft>
              <a:buClr>
                <a:schemeClr val="dk1"/>
              </a:buClr>
              <a:buSzPts val="1600"/>
              <a:buNone/>
              <a:defRPr sz="1600" b="1"/>
            </a:lvl4pPr>
            <a:lvl5pPr marL="2286000" lvl="4" indent="-228600" algn="l" rtl="0">
              <a:lnSpc>
                <a:spcPct val="90000"/>
              </a:lnSpc>
              <a:spcBef>
                <a:spcPts val="500"/>
              </a:spcBef>
              <a:spcAft>
                <a:spcPts val="0"/>
              </a:spcAft>
              <a:buClr>
                <a:schemeClr val="dk1"/>
              </a:buClr>
              <a:buSzPts val="1600"/>
              <a:buNone/>
              <a:defRPr sz="1600" b="1"/>
            </a:lvl5pPr>
            <a:lvl6pPr marL="2743200" lvl="5" indent="-228600" algn="l" rtl="0">
              <a:lnSpc>
                <a:spcPct val="90000"/>
              </a:lnSpc>
              <a:spcBef>
                <a:spcPts val="500"/>
              </a:spcBef>
              <a:spcAft>
                <a:spcPts val="0"/>
              </a:spcAft>
              <a:buClr>
                <a:schemeClr val="dk1"/>
              </a:buClr>
              <a:buSzPts val="1600"/>
              <a:buNone/>
              <a:defRPr sz="1600" b="1"/>
            </a:lvl6pPr>
            <a:lvl7pPr marL="3200400" lvl="6" indent="-228600" algn="l" rtl="0">
              <a:lnSpc>
                <a:spcPct val="90000"/>
              </a:lnSpc>
              <a:spcBef>
                <a:spcPts val="500"/>
              </a:spcBef>
              <a:spcAft>
                <a:spcPts val="0"/>
              </a:spcAft>
              <a:buClr>
                <a:schemeClr val="dk1"/>
              </a:buClr>
              <a:buSzPts val="1600"/>
              <a:buNone/>
              <a:defRPr sz="1600" b="1"/>
            </a:lvl7pPr>
            <a:lvl8pPr marL="3657600" lvl="7" indent="-228600" algn="l" rtl="0">
              <a:lnSpc>
                <a:spcPct val="90000"/>
              </a:lnSpc>
              <a:spcBef>
                <a:spcPts val="500"/>
              </a:spcBef>
              <a:spcAft>
                <a:spcPts val="0"/>
              </a:spcAft>
              <a:buClr>
                <a:schemeClr val="dk1"/>
              </a:buClr>
              <a:buSzPts val="1600"/>
              <a:buNone/>
              <a:defRPr sz="1600" b="1"/>
            </a:lvl8pPr>
            <a:lvl9pPr marL="4114800" lvl="8" indent="-228600" algn="l" rtl="0">
              <a:lnSpc>
                <a:spcPct val="90000"/>
              </a:lnSpc>
              <a:spcBef>
                <a:spcPts val="500"/>
              </a:spcBef>
              <a:spcAft>
                <a:spcPts val="0"/>
              </a:spcAft>
              <a:buClr>
                <a:schemeClr val="dk1"/>
              </a:buClr>
              <a:buSzPts val="1600"/>
              <a:buNone/>
              <a:defRPr sz="1600" b="1"/>
            </a:lvl9pPr>
          </a:lstStyle>
          <a:p>
            <a:endParaRPr/>
          </a:p>
        </p:txBody>
      </p:sp>
      <p:sp>
        <p:nvSpPr>
          <p:cNvPr id="871" name="Google Shape;871;p20"/>
          <p:cNvSpPr txBox="1">
            <a:spLocks noGrp="1"/>
          </p:cNvSpPr>
          <p:nvPr>
            <p:ph type="body" idx="4"/>
          </p:nvPr>
        </p:nvSpPr>
        <p:spPr>
          <a:xfrm>
            <a:off x="6172201" y="2505075"/>
            <a:ext cx="5183100" cy="36846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1000"/>
              </a:spcBef>
              <a:spcAft>
                <a:spcPts val="0"/>
              </a:spcAft>
              <a:buClr>
                <a:schemeClr val="dk1"/>
              </a:buClr>
              <a:buSzPts val="1800"/>
              <a:buChar char="•"/>
              <a:defRPr/>
            </a:lvl1pPr>
            <a:lvl2pPr marL="914400" lvl="1" indent="-342900" algn="l" rtl="0">
              <a:lnSpc>
                <a:spcPct val="90000"/>
              </a:lnSpc>
              <a:spcBef>
                <a:spcPts val="500"/>
              </a:spcBef>
              <a:spcAft>
                <a:spcPts val="0"/>
              </a:spcAft>
              <a:buClr>
                <a:schemeClr val="dk1"/>
              </a:buClr>
              <a:buSzPts val="1800"/>
              <a:buChar char="•"/>
              <a:defRPr/>
            </a:lvl2pPr>
            <a:lvl3pPr marL="1371600" lvl="2" indent="-342900" algn="l" rtl="0">
              <a:lnSpc>
                <a:spcPct val="90000"/>
              </a:lnSpc>
              <a:spcBef>
                <a:spcPts val="500"/>
              </a:spcBef>
              <a:spcAft>
                <a:spcPts val="0"/>
              </a:spcAft>
              <a:buClr>
                <a:schemeClr val="dk1"/>
              </a:buClr>
              <a:buSzPts val="1800"/>
              <a:buChar char="•"/>
              <a:defRPr/>
            </a:lvl3pPr>
            <a:lvl4pPr marL="1828800" lvl="3" indent="-342900" algn="l" rtl="0">
              <a:lnSpc>
                <a:spcPct val="90000"/>
              </a:lnSpc>
              <a:spcBef>
                <a:spcPts val="500"/>
              </a:spcBef>
              <a:spcAft>
                <a:spcPts val="0"/>
              </a:spcAft>
              <a:buClr>
                <a:schemeClr val="dk1"/>
              </a:buClr>
              <a:buSzPts val="1800"/>
              <a:buChar char="•"/>
              <a:defRPr/>
            </a:lvl4pPr>
            <a:lvl5pPr marL="2286000" lvl="4" indent="-342900" algn="l" rtl="0">
              <a:lnSpc>
                <a:spcPct val="90000"/>
              </a:lnSpc>
              <a:spcBef>
                <a:spcPts val="500"/>
              </a:spcBef>
              <a:spcAft>
                <a:spcPts val="0"/>
              </a:spcAft>
              <a:buClr>
                <a:schemeClr val="dk1"/>
              </a:buClr>
              <a:buSzPts val="1800"/>
              <a:buChar char="•"/>
              <a:defRPr/>
            </a:lvl5pPr>
            <a:lvl6pPr marL="2743200" lvl="5" indent="-342900" algn="l" rtl="0">
              <a:lnSpc>
                <a:spcPct val="90000"/>
              </a:lnSpc>
              <a:spcBef>
                <a:spcPts val="500"/>
              </a:spcBef>
              <a:spcAft>
                <a:spcPts val="0"/>
              </a:spcAft>
              <a:buClr>
                <a:schemeClr val="dk1"/>
              </a:buClr>
              <a:buSzPts val="1800"/>
              <a:buChar char="•"/>
              <a:defRPr/>
            </a:lvl6pPr>
            <a:lvl7pPr marL="3200400" lvl="6" indent="-342900" algn="l" rtl="0">
              <a:lnSpc>
                <a:spcPct val="90000"/>
              </a:lnSpc>
              <a:spcBef>
                <a:spcPts val="500"/>
              </a:spcBef>
              <a:spcAft>
                <a:spcPts val="0"/>
              </a:spcAft>
              <a:buClr>
                <a:schemeClr val="dk1"/>
              </a:buClr>
              <a:buSzPts val="1800"/>
              <a:buChar char="•"/>
              <a:defRPr/>
            </a:lvl7pPr>
            <a:lvl8pPr marL="3657600" lvl="7" indent="-342900" algn="l" rtl="0">
              <a:lnSpc>
                <a:spcPct val="90000"/>
              </a:lnSpc>
              <a:spcBef>
                <a:spcPts val="500"/>
              </a:spcBef>
              <a:spcAft>
                <a:spcPts val="0"/>
              </a:spcAft>
              <a:buClr>
                <a:schemeClr val="dk1"/>
              </a:buClr>
              <a:buSzPts val="1800"/>
              <a:buChar char="•"/>
              <a:defRPr/>
            </a:lvl8pPr>
            <a:lvl9pPr marL="4114800" lvl="8" indent="-342900" algn="l" rtl="0">
              <a:lnSpc>
                <a:spcPct val="90000"/>
              </a:lnSpc>
              <a:spcBef>
                <a:spcPts val="500"/>
              </a:spcBef>
              <a:spcAft>
                <a:spcPts val="0"/>
              </a:spcAft>
              <a:buClr>
                <a:schemeClr val="dk1"/>
              </a:buClr>
              <a:buSzPts val="1800"/>
              <a:buChar char="•"/>
              <a:defRPr/>
            </a:lvl9pPr>
          </a:lstStyle>
          <a:p>
            <a:endParaRPr/>
          </a:p>
        </p:txBody>
      </p:sp>
      <p:sp>
        <p:nvSpPr>
          <p:cNvPr id="872" name="Google Shape;872;p20"/>
          <p:cNvSpPr txBox="1">
            <a:spLocks noGrp="1"/>
          </p:cNvSpPr>
          <p:nvPr>
            <p:ph type="dt" idx="10"/>
          </p:nvPr>
        </p:nvSpPr>
        <p:spPr>
          <a:xfrm>
            <a:off x="838200" y="6356352"/>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873" name="Google Shape;873;p20"/>
          <p:cNvSpPr txBox="1">
            <a:spLocks noGrp="1"/>
          </p:cNvSpPr>
          <p:nvPr>
            <p:ph type="ftr" idx="11"/>
          </p:nvPr>
        </p:nvSpPr>
        <p:spPr>
          <a:xfrm>
            <a:off x="4038600" y="6356352"/>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874" name="Google Shape;874;p20"/>
          <p:cNvSpPr txBox="1">
            <a:spLocks noGrp="1"/>
          </p:cNvSpPr>
          <p:nvPr>
            <p:ph type="sldNum" idx="12"/>
          </p:nvPr>
        </p:nvSpPr>
        <p:spPr>
          <a:xfrm>
            <a:off x="8610600" y="6356352"/>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875"/>
        <p:cNvGrpSpPr/>
        <p:nvPr/>
      </p:nvGrpSpPr>
      <p:grpSpPr>
        <a:xfrm>
          <a:off x="0" y="0"/>
          <a:ext cx="0" cy="0"/>
          <a:chOff x="0" y="0"/>
          <a:chExt cx="0" cy="0"/>
        </a:xfrm>
      </p:grpSpPr>
      <p:sp>
        <p:nvSpPr>
          <p:cNvPr id="876" name="Google Shape;876;p21"/>
          <p:cNvSpPr txBox="1">
            <a:spLocks noGrp="1"/>
          </p:cNvSpPr>
          <p:nvPr>
            <p:ph type="title"/>
          </p:nvPr>
        </p:nvSpPr>
        <p:spPr>
          <a:xfrm>
            <a:off x="838200" y="365127"/>
            <a:ext cx="10515600" cy="1325700"/>
          </a:xfrm>
          <a:prstGeom prst="rect">
            <a:avLst/>
          </a:prstGeom>
          <a:noFill/>
          <a:ln>
            <a:noFill/>
          </a:ln>
        </p:spPr>
        <p:txBody>
          <a:bodyPr spcFirstLastPara="1" wrap="square" lIns="91425" tIns="45700" rIns="91425" bIns="45700" anchor="ctr" anchorCtr="0">
            <a:normAutofit/>
          </a:bodyPr>
          <a:lstStyle>
            <a:lvl1pPr lvl="0" algn="l" rtl="0">
              <a:lnSpc>
                <a:spcPct val="90000"/>
              </a:lnSpc>
              <a:spcBef>
                <a:spcPts val="0"/>
              </a:spcBef>
              <a:spcAft>
                <a:spcPts val="0"/>
              </a:spcAft>
              <a:buClr>
                <a:schemeClr val="dk1"/>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877" name="Google Shape;877;p21"/>
          <p:cNvSpPr txBox="1">
            <a:spLocks noGrp="1"/>
          </p:cNvSpPr>
          <p:nvPr>
            <p:ph type="dt" idx="10"/>
          </p:nvPr>
        </p:nvSpPr>
        <p:spPr>
          <a:xfrm>
            <a:off x="838200" y="6356352"/>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878" name="Google Shape;878;p21"/>
          <p:cNvSpPr txBox="1">
            <a:spLocks noGrp="1"/>
          </p:cNvSpPr>
          <p:nvPr>
            <p:ph type="ftr" idx="11"/>
          </p:nvPr>
        </p:nvSpPr>
        <p:spPr>
          <a:xfrm>
            <a:off x="4038600" y="6356352"/>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879" name="Google Shape;879;p21"/>
          <p:cNvSpPr txBox="1">
            <a:spLocks noGrp="1"/>
          </p:cNvSpPr>
          <p:nvPr>
            <p:ph type="sldNum" idx="12"/>
          </p:nvPr>
        </p:nvSpPr>
        <p:spPr>
          <a:xfrm>
            <a:off x="8610600" y="6356352"/>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884"/>
        <p:cNvGrpSpPr/>
        <p:nvPr/>
      </p:nvGrpSpPr>
      <p:grpSpPr>
        <a:xfrm>
          <a:off x="0" y="0"/>
          <a:ext cx="0" cy="0"/>
          <a:chOff x="0" y="0"/>
          <a:chExt cx="0" cy="0"/>
        </a:xfrm>
      </p:grpSpPr>
      <p:sp>
        <p:nvSpPr>
          <p:cNvPr id="885" name="Google Shape;885;p23"/>
          <p:cNvSpPr txBox="1">
            <a:spLocks noGrp="1"/>
          </p:cNvSpPr>
          <p:nvPr>
            <p:ph type="title"/>
          </p:nvPr>
        </p:nvSpPr>
        <p:spPr>
          <a:xfrm>
            <a:off x="839788" y="457200"/>
            <a:ext cx="3932100" cy="1600200"/>
          </a:xfrm>
          <a:prstGeom prst="rect">
            <a:avLst/>
          </a:prstGeom>
          <a:noFill/>
          <a:ln>
            <a:noFill/>
          </a:ln>
        </p:spPr>
        <p:txBody>
          <a:bodyPr spcFirstLastPara="1" wrap="square" lIns="91425" tIns="45700" rIns="91425" bIns="45700" anchor="b" anchorCtr="0">
            <a:normAutofit/>
          </a:bodyPr>
          <a:lstStyle>
            <a:lvl1pPr lvl="0" algn="l" rtl="0">
              <a:lnSpc>
                <a:spcPct val="90000"/>
              </a:lnSpc>
              <a:spcBef>
                <a:spcPts val="0"/>
              </a:spcBef>
              <a:spcAft>
                <a:spcPts val="0"/>
              </a:spcAft>
              <a:buClr>
                <a:schemeClr val="dk1"/>
              </a:buClr>
              <a:buSzPts val="3200"/>
              <a:buFont typeface="Poppins"/>
              <a:buNone/>
              <a:defRPr sz="3200"/>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886" name="Google Shape;886;p23"/>
          <p:cNvSpPr txBox="1">
            <a:spLocks noGrp="1"/>
          </p:cNvSpPr>
          <p:nvPr>
            <p:ph type="body" idx="1"/>
          </p:nvPr>
        </p:nvSpPr>
        <p:spPr>
          <a:xfrm>
            <a:off x="5183188" y="987427"/>
            <a:ext cx="6172200" cy="4873500"/>
          </a:xfrm>
          <a:prstGeom prst="rect">
            <a:avLst/>
          </a:prstGeom>
          <a:noFill/>
          <a:ln>
            <a:noFill/>
          </a:ln>
        </p:spPr>
        <p:txBody>
          <a:bodyPr spcFirstLastPara="1" wrap="square" lIns="91425" tIns="45700" rIns="91425" bIns="45700" anchor="t" anchorCtr="0">
            <a:normAutofit/>
          </a:bodyPr>
          <a:lstStyle>
            <a:lvl1pPr marL="457200" lvl="0" indent="-431800" algn="l" rtl="0">
              <a:lnSpc>
                <a:spcPct val="90000"/>
              </a:lnSpc>
              <a:spcBef>
                <a:spcPts val="1000"/>
              </a:spcBef>
              <a:spcAft>
                <a:spcPts val="0"/>
              </a:spcAft>
              <a:buClr>
                <a:schemeClr val="dk1"/>
              </a:buClr>
              <a:buSzPts val="3200"/>
              <a:buChar char="•"/>
              <a:defRPr sz="3200"/>
            </a:lvl1pPr>
            <a:lvl2pPr marL="914400" lvl="1" indent="-406400" algn="l" rtl="0">
              <a:lnSpc>
                <a:spcPct val="90000"/>
              </a:lnSpc>
              <a:spcBef>
                <a:spcPts val="500"/>
              </a:spcBef>
              <a:spcAft>
                <a:spcPts val="0"/>
              </a:spcAft>
              <a:buClr>
                <a:schemeClr val="dk1"/>
              </a:buClr>
              <a:buSzPts val="2800"/>
              <a:buChar char="•"/>
              <a:defRPr sz="2800"/>
            </a:lvl2pPr>
            <a:lvl3pPr marL="1371600" lvl="2" indent="-381000" algn="l" rtl="0">
              <a:lnSpc>
                <a:spcPct val="90000"/>
              </a:lnSpc>
              <a:spcBef>
                <a:spcPts val="500"/>
              </a:spcBef>
              <a:spcAft>
                <a:spcPts val="0"/>
              </a:spcAft>
              <a:buClr>
                <a:schemeClr val="dk1"/>
              </a:buClr>
              <a:buSzPts val="2400"/>
              <a:buChar char="•"/>
              <a:defRPr sz="2400"/>
            </a:lvl3pPr>
            <a:lvl4pPr marL="1828800" lvl="3" indent="-355600" algn="l" rtl="0">
              <a:lnSpc>
                <a:spcPct val="90000"/>
              </a:lnSpc>
              <a:spcBef>
                <a:spcPts val="500"/>
              </a:spcBef>
              <a:spcAft>
                <a:spcPts val="0"/>
              </a:spcAft>
              <a:buClr>
                <a:schemeClr val="dk1"/>
              </a:buClr>
              <a:buSzPts val="2000"/>
              <a:buChar char="•"/>
              <a:defRPr sz="2000"/>
            </a:lvl4pPr>
            <a:lvl5pPr marL="2286000" lvl="4" indent="-355600" algn="l" rtl="0">
              <a:lnSpc>
                <a:spcPct val="90000"/>
              </a:lnSpc>
              <a:spcBef>
                <a:spcPts val="500"/>
              </a:spcBef>
              <a:spcAft>
                <a:spcPts val="0"/>
              </a:spcAft>
              <a:buClr>
                <a:schemeClr val="dk1"/>
              </a:buClr>
              <a:buSzPts val="2000"/>
              <a:buChar char="•"/>
              <a:defRPr sz="2000"/>
            </a:lvl5pPr>
            <a:lvl6pPr marL="2743200" lvl="5" indent="-355600" algn="l" rtl="0">
              <a:lnSpc>
                <a:spcPct val="90000"/>
              </a:lnSpc>
              <a:spcBef>
                <a:spcPts val="500"/>
              </a:spcBef>
              <a:spcAft>
                <a:spcPts val="0"/>
              </a:spcAft>
              <a:buClr>
                <a:schemeClr val="dk1"/>
              </a:buClr>
              <a:buSzPts val="2000"/>
              <a:buChar char="•"/>
              <a:defRPr sz="2000"/>
            </a:lvl6pPr>
            <a:lvl7pPr marL="3200400" lvl="6" indent="-355600" algn="l" rtl="0">
              <a:lnSpc>
                <a:spcPct val="90000"/>
              </a:lnSpc>
              <a:spcBef>
                <a:spcPts val="500"/>
              </a:spcBef>
              <a:spcAft>
                <a:spcPts val="0"/>
              </a:spcAft>
              <a:buClr>
                <a:schemeClr val="dk1"/>
              </a:buClr>
              <a:buSzPts val="2000"/>
              <a:buChar char="•"/>
              <a:defRPr sz="2000"/>
            </a:lvl7pPr>
            <a:lvl8pPr marL="3657600" lvl="7" indent="-355600" algn="l" rtl="0">
              <a:lnSpc>
                <a:spcPct val="90000"/>
              </a:lnSpc>
              <a:spcBef>
                <a:spcPts val="500"/>
              </a:spcBef>
              <a:spcAft>
                <a:spcPts val="0"/>
              </a:spcAft>
              <a:buClr>
                <a:schemeClr val="dk1"/>
              </a:buClr>
              <a:buSzPts val="2000"/>
              <a:buChar char="•"/>
              <a:defRPr sz="2000"/>
            </a:lvl8pPr>
            <a:lvl9pPr marL="4114800" lvl="8" indent="-355600" algn="l" rtl="0">
              <a:lnSpc>
                <a:spcPct val="90000"/>
              </a:lnSpc>
              <a:spcBef>
                <a:spcPts val="500"/>
              </a:spcBef>
              <a:spcAft>
                <a:spcPts val="0"/>
              </a:spcAft>
              <a:buClr>
                <a:schemeClr val="dk1"/>
              </a:buClr>
              <a:buSzPts val="2000"/>
              <a:buChar char="•"/>
              <a:defRPr sz="2000"/>
            </a:lvl9pPr>
          </a:lstStyle>
          <a:p>
            <a:endParaRPr/>
          </a:p>
        </p:txBody>
      </p:sp>
      <p:sp>
        <p:nvSpPr>
          <p:cNvPr id="887" name="Google Shape;887;p23"/>
          <p:cNvSpPr txBox="1">
            <a:spLocks noGrp="1"/>
          </p:cNvSpPr>
          <p:nvPr>
            <p:ph type="body" idx="2"/>
          </p:nvPr>
        </p:nvSpPr>
        <p:spPr>
          <a:xfrm>
            <a:off x="839788" y="2057400"/>
            <a:ext cx="3932100" cy="3811500"/>
          </a:xfrm>
          <a:prstGeom prst="rect">
            <a:avLst/>
          </a:prstGeom>
          <a:noFill/>
          <a:ln>
            <a:noFill/>
          </a:ln>
        </p:spPr>
        <p:txBody>
          <a:bodyPr spcFirstLastPara="1" wrap="square" lIns="91425" tIns="45700" rIns="91425" bIns="45700" anchor="t" anchorCtr="0">
            <a:normAutofit/>
          </a:bodyPr>
          <a:lstStyle>
            <a:lvl1pPr marL="457200" lvl="0" indent="-228600" algn="l" rtl="0">
              <a:lnSpc>
                <a:spcPct val="90000"/>
              </a:lnSpc>
              <a:spcBef>
                <a:spcPts val="1000"/>
              </a:spcBef>
              <a:spcAft>
                <a:spcPts val="0"/>
              </a:spcAft>
              <a:buClr>
                <a:schemeClr val="dk1"/>
              </a:buClr>
              <a:buSzPts val="1600"/>
              <a:buNone/>
              <a:defRPr sz="1600"/>
            </a:lvl1pPr>
            <a:lvl2pPr marL="914400" lvl="1" indent="-228600" algn="l" rtl="0">
              <a:lnSpc>
                <a:spcPct val="90000"/>
              </a:lnSpc>
              <a:spcBef>
                <a:spcPts val="500"/>
              </a:spcBef>
              <a:spcAft>
                <a:spcPts val="0"/>
              </a:spcAft>
              <a:buClr>
                <a:schemeClr val="dk1"/>
              </a:buClr>
              <a:buSzPts val="1400"/>
              <a:buNone/>
              <a:defRPr sz="1400"/>
            </a:lvl2pPr>
            <a:lvl3pPr marL="1371600" lvl="2" indent="-228600" algn="l" rtl="0">
              <a:lnSpc>
                <a:spcPct val="90000"/>
              </a:lnSpc>
              <a:spcBef>
                <a:spcPts val="500"/>
              </a:spcBef>
              <a:spcAft>
                <a:spcPts val="0"/>
              </a:spcAft>
              <a:buClr>
                <a:schemeClr val="dk1"/>
              </a:buClr>
              <a:buSzPts val="1200"/>
              <a:buNone/>
              <a:defRPr sz="1200"/>
            </a:lvl3pPr>
            <a:lvl4pPr marL="1828800" lvl="3" indent="-228600" algn="l" rtl="0">
              <a:lnSpc>
                <a:spcPct val="90000"/>
              </a:lnSpc>
              <a:spcBef>
                <a:spcPts val="500"/>
              </a:spcBef>
              <a:spcAft>
                <a:spcPts val="0"/>
              </a:spcAft>
              <a:buClr>
                <a:schemeClr val="dk1"/>
              </a:buClr>
              <a:buSzPts val="1000"/>
              <a:buNone/>
              <a:defRPr sz="1000"/>
            </a:lvl4pPr>
            <a:lvl5pPr marL="2286000" lvl="4" indent="-228600" algn="l" rtl="0">
              <a:lnSpc>
                <a:spcPct val="90000"/>
              </a:lnSpc>
              <a:spcBef>
                <a:spcPts val="500"/>
              </a:spcBef>
              <a:spcAft>
                <a:spcPts val="0"/>
              </a:spcAft>
              <a:buClr>
                <a:schemeClr val="dk1"/>
              </a:buClr>
              <a:buSzPts val="1000"/>
              <a:buNone/>
              <a:defRPr sz="1000"/>
            </a:lvl5pPr>
            <a:lvl6pPr marL="2743200" lvl="5" indent="-228600" algn="l" rtl="0">
              <a:lnSpc>
                <a:spcPct val="90000"/>
              </a:lnSpc>
              <a:spcBef>
                <a:spcPts val="500"/>
              </a:spcBef>
              <a:spcAft>
                <a:spcPts val="0"/>
              </a:spcAft>
              <a:buClr>
                <a:schemeClr val="dk1"/>
              </a:buClr>
              <a:buSzPts val="1000"/>
              <a:buNone/>
              <a:defRPr sz="1000"/>
            </a:lvl6pPr>
            <a:lvl7pPr marL="3200400" lvl="6" indent="-228600" algn="l" rtl="0">
              <a:lnSpc>
                <a:spcPct val="90000"/>
              </a:lnSpc>
              <a:spcBef>
                <a:spcPts val="500"/>
              </a:spcBef>
              <a:spcAft>
                <a:spcPts val="0"/>
              </a:spcAft>
              <a:buClr>
                <a:schemeClr val="dk1"/>
              </a:buClr>
              <a:buSzPts val="1000"/>
              <a:buNone/>
              <a:defRPr sz="1000"/>
            </a:lvl7pPr>
            <a:lvl8pPr marL="3657600" lvl="7" indent="-228600" algn="l" rtl="0">
              <a:lnSpc>
                <a:spcPct val="90000"/>
              </a:lnSpc>
              <a:spcBef>
                <a:spcPts val="500"/>
              </a:spcBef>
              <a:spcAft>
                <a:spcPts val="0"/>
              </a:spcAft>
              <a:buClr>
                <a:schemeClr val="dk1"/>
              </a:buClr>
              <a:buSzPts val="1000"/>
              <a:buNone/>
              <a:defRPr sz="1000"/>
            </a:lvl8pPr>
            <a:lvl9pPr marL="4114800" lvl="8" indent="-228600" algn="l" rtl="0">
              <a:lnSpc>
                <a:spcPct val="90000"/>
              </a:lnSpc>
              <a:spcBef>
                <a:spcPts val="500"/>
              </a:spcBef>
              <a:spcAft>
                <a:spcPts val="0"/>
              </a:spcAft>
              <a:buClr>
                <a:schemeClr val="dk1"/>
              </a:buClr>
              <a:buSzPts val="1000"/>
              <a:buNone/>
              <a:defRPr sz="1000"/>
            </a:lvl9pPr>
          </a:lstStyle>
          <a:p>
            <a:endParaRPr/>
          </a:p>
        </p:txBody>
      </p:sp>
      <p:sp>
        <p:nvSpPr>
          <p:cNvPr id="888" name="Google Shape;888;p23"/>
          <p:cNvSpPr txBox="1">
            <a:spLocks noGrp="1"/>
          </p:cNvSpPr>
          <p:nvPr>
            <p:ph type="dt" idx="10"/>
          </p:nvPr>
        </p:nvSpPr>
        <p:spPr>
          <a:xfrm>
            <a:off x="838200" y="6356352"/>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889" name="Google Shape;889;p23"/>
          <p:cNvSpPr txBox="1">
            <a:spLocks noGrp="1"/>
          </p:cNvSpPr>
          <p:nvPr>
            <p:ph type="ftr" idx="11"/>
          </p:nvPr>
        </p:nvSpPr>
        <p:spPr>
          <a:xfrm>
            <a:off x="4038600" y="6356352"/>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890" name="Google Shape;890;p23"/>
          <p:cNvSpPr txBox="1">
            <a:spLocks noGrp="1"/>
          </p:cNvSpPr>
          <p:nvPr>
            <p:ph type="sldNum" idx="12"/>
          </p:nvPr>
        </p:nvSpPr>
        <p:spPr>
          <a:xfrm>
            <a:off x="8610600" y="6356352"/>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891"/>
        <p:cNvGrpSpPr/>
        <p:nvPr/>
      </p:nvGrpSpPr>
      <p:grpSpPr>
        <a:xfrm>
          <a:off x="0" y="0"/>
          <a:ext cx="0" cy="0"/>
          <a:chOff x="0" y="0"/>
          <a:chExt cx="0" cy="0"/>
        </a:xfrm>
      </p:grpSpPr>
      <p:sp>
        <p:nvSpPr>
          <p:cNvPr id="892" name="Google Shape;892;p24"/>
          <p:cNvSpPr txBox="1">
            <a:spLocks noGrp="1"/>
          </p:cNvSpPr>
          <p:nvPr>
            <p:ph type="title"/>
          </p:nvPr>
        </p:nvSpPr>
        <p:spPr>
          <a:xfrm>
            <a:off x="839788" y="457200"/>
            <a:ext cx="3932100" cy="1600200"/>
          </a:xfrm>
          <a:prstGeom prst="rect">
            <a:avLst/>
          </a:prstGeom>
          <a:noFill/>
          <a:ln>
            <a:noFill/>
          </a:ln>
        </p:spPr>
        <p:txBody>
          <a:bodyPr spcFirstLastPara="1" wrap="square" lIns="91425" tIns="45700" rIns="91425" bIns="45700" anchor="b" anchorCtr="0">
            <a:normAutofit/>
          </a:bodyPr>
          <a:lstStyle>
            <a:lvl1pPr lvl="0" algn="l" rtl="0">
              <a:lnSpc>
                <a:spcPct val="90000"/>
              </a:lnSpc>
              <a:spcBef>
                <a:spcPts val="0"/>
              </a:spcBef>
              <a:spcAft>
                <a:spcPts val="0"/>
              </a:spcAft>
              <a:buClr>
                <a:schemeClr val="dk1"/>
              </a:buClr>
              <a:buSzPts val="3200"/>
              <a:buFont typeface="Poppins"/>
              <a:buNone/>
              <a:defRPr sz="3200"/>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893" name="Google Shape;893;p24"/>
          <p:cNvSpPr>
            <a:spLocks noGrp="1"/>
          </p:cNvSpPr>
          <p:nvPr>
            <p:ph type="pic" idx="2"/>
          </p:nvPr>
        </p:nvSpPr>
        <p:spPr>
          <a:xfrm>
            <a:off x="5183188" y="987427"/>
            <a:ext cx="6172200" cy="4873500"/>
          </a:xfrm>
          <a:prstGeom prst="rect">
            <a:avLst/>
          </a:prstGeom>
          <a:noFill/>
          <a:ln>
            <a:noFill/>
          </a:ln>
        </p:spPr>
        <p:txBody>
          <a:bodyPr/>
          <a:lstStyle/>
          <a:p>
            <a:endParaRPr lang="en-IN"/>
          </a:p>
        </p:txBody>
      </p:sp>
      <p:sp>
        <p:nvSpPr>
          <p:cNvPr id="894" name="Google Shape;894;p24"/>
          <p:cNvSpPr txBox="1">
            <a:spLocks noGrp="1"/>
          </p:cNvSpPr>
          <p:nvPr>
            <p:ph type="body" idx="1"/>
          </p:nvPr>
        </p:nvSpPr>
        <p:spPr>
          <a:xfrm>
            <a:off x="839788" y="2057400"/>
            <a:ext cx="3932100" cy="3811500"/>
          </a:xfrm>
          <a:prstGeom prst="rect">
            <a:avLst/>
          </a:prstGeom>
          <a:noFill/>
          <a:ln>
            <a:noFill/>
          </a:ln>
        </p:spPr>
        <p:txBody>
          <a:bodyPr spcFirstLastPara="1" wrap="square" lIns="91425" tIns="45700" rIns="91425" bIns="45700" anchor="t" anchorCtr="0">
            <a:normAutofit/>
          </a:bodyPr>
          <a:lstStyle>
            <a:lvl1pPr marL="457200" lvl="0" indent="-228600" algn="l" rtl="0">
              <a:lnSpc>
                <a:spcPct val="90000"/>
              </a:lnSpc>
              <a:spcBef>
                <a:spcPts val="1000"/>
              </a:spcBef>
              <a:spcAft>
                <a:spcPts val="0"/>
              </a:spcAft>
              <a:buClr>
                <a:schemeClr val="dk1"/>
              </a:buClr>
              <a:buSzPts val="1600"/>
              <a:buNone/>
              <a:defRPr sz="1600"/>
            </a:lvl1pPr>
            <a:lvl2pPr marL="914400" lvl="1" indent="-228600" algn="l" rtl="0">
              <a:lnSpc>
                <a:spcPct val="90000"/>
              </a:lnSpc>
              <a:spcBef>
                <a:spcPts val="500"/>
              </a:spcBef>
              <a:spcAft>
                <a:spcPts val="0"/>
              </a:spcAft>
              <a:buClr>
                <a:schemeClr val="dk1"/>
              </a:buClr>
              <a:buSzPts val="1400"/>
              <a:buNone/>
              <a:defRPr sz="1400"/>
            </a:lvl2pPr>
            <a:lvl3pPr marL="1371600" lvl="2" indent="-228600" algn="l" rtl="0">
              <a:lnSpc>
                <a:spcPct val="90000"/>
              </a:lnSpc>
              <a:spcBef>
                <a:spcPts val="500"/>
              </a:spcBef>
              <a:spcAft>
                <a:spcPts val="0"/>
              </a:spcAft>
              <a:buClr>
                <a:schemeClr val="dk1"/>
              </a:buClr>
              <a:buSzPts val="1200"/>
              <a:buNone/>
              <a:defRPr sz="1200"/>
            </a:lvl3pPr>
            <a:lvl4pPr marL="1828800" lvl="3" indent="-228600" algn="l" rtl="0">
              <a:lnSpc>
                <a:spcPct val="90000"/>
              </a:lnSpc>
              <a:spcBef>
                <a:spcPts val="500"/>
              </a:spcBef>
              <a:spcAft>
                <a:spcPts val="0"/>
              </a:spcAft>
              <a:buClr>
                <a:schemeClr val="dk1"/>
              </a:buClr>
              <a:buSzPts val="1000"/>
              <a:buNone/>
              <a:defRPr sz="1000"/>
            </a:lvl4pPr>
            <a:lvl5pPr marL="2286000" lvl="4" indent="-228600" algn="l" rtl="0">
              <a:lnSpc>
                <a:spcPct val="90000"/>
              </a:lnSpc>
              <a:spcBef>
                <a:spcPts val="500"/>
              </a:spcBef>
              <a:spcAft>
                <a:spcPts val="0"/>
              </a:spcAft>
              <a:buClr>
                <a:schemeClr val="dk1"/>
              </a:buClr>
              <a:buSzPts val="1000"/>
              <a:buNone/>
              <a:defRPr sz="1000"/>
            </a:lvl5pPr>
            <a:lvl6pPr marL="2743200" lvl="5" indent="-228600" algn="l" rtl="0">
              <a:lnSpc>
                <a:spcPct val="90000"/>
              </a:lnSpc>
              <a:spcBef>
                <a:spcPts val="500"/>
              </a:spcBef>
              <a:spcAft>
                <a:spcPts val="0"/>
              </a:spcAft>
              <a:buClr>
                <a:schemeClr val="dk1"/>
              </a:buClr>
              <a:buSzPts val="1000"/>
              <a:buNone/>
              <a:defRPr sz="1000"/>
            </a:lvl6pPr>
            <a:lvl7pPr marL="3200400" lvl="6" indent="-228600" algn="l" rtl="0">
              <a:lnSpc>
                <a:spcPct val="90000"/>
              </a:lnSpc>
              <a:spcBef>
                <a:spcPts val="500"/>
              </a:spcBef>
              <a:spcAft>
                <a:spcPts val="0"/>
              </a:spcAft>
              <a:buClr>
                <a:schemeClr val="dk1"/>
              </a:buClr>
              <a:buSzPts val="1000"/>
              <a:buNone/>
              <a:defRPr sz="1000"/>
            </a:lvl7pPr>
            <a:lvl8pPr marL="3657600" lvl="7" indent="-228600" algn="l" rtl="0">
              <a:lnSpc>
                <a:spcPct val="90000"/>
              </a:lnSpc>
              <a:spcBef>
                <a:spcPts val="500"/>
              </a:spcBef>
              <a:spcAft>
                <a:spcPts val="0"/>
              </a:spcAft>
              <a:buClr>
                <a:schemeClr val="dk1"/>
              </a:buClr>
              <a:buSzPts val="1000"/>
              <a:buNone/>
              <a:defRPr sz="1000"/>
            </a:lvl8pPr>
            <a:lvl9pPr marL="4114800" lvl="8" indent="-228600" algn="l" rtl="0">
              <a:lnSpc>
                <a:spcPct val="90000"/>
              </a:lnSpc>
              <a:spcBef>
                <a:spcPts val="500"/>
              </a:spcBef>
              <a:spcAft>
                <a:spcPts val="0"/>
              </a:spcAft>
              <a:buClr>
                <a:schemeClr val="dk1"/>
              </a:buClr>
              <a:buSzPts val="1000"/>
              <a:buNone/>
              <a:defRPr sz="1000"/>
            </a:lvl9pPr>
          </a:lstStyle>
          <a:p>
            <a:endParaRPr/>
          </a:p>
        </p:txBody>
      </p:sp>
      <p:sp>
        <p:nvSpPr>
          <p:cNvPr id="895" name="Google Shape;895;p24"/>
          <p:cNvSpPr txBox="1">
            <a:spLocks noGrp="1"/>
          </p:cNvSpPr>
          <p:nvPr>
            <p:ph type="dt" idx="10"/>
          </p:nvPr>
        </p:nvSpPr>
        <p:spPr>
          <a:xfrm>
            <a:off x="838200" y="6356352"/>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896" name="Google Shape;896;p24"/>
          <p:cNvSpPr txBox="1">
            <a:spLocks noGrp="1"/>
          </p:cNvSpPr>
          <p:nvPr>
            <p:ph type="ftr" idx="11"/>
          </p:nvPr>
        </p:nvSpPr>
        <p:spPr>
          <a:xfrm>
            <a:off x="4038600" y="6356352"/>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897" name="Google Shape;897;p24"/>
          <p:cNvSpPr txBox="1">
            <a:spLocks noGrp="1"/>
          </p:cNvSpPr>
          <p:nvPr>
            <p:ph type="sldNum" idx="12"/>
          </p:nvPr>
        </p:nvSpPr>
        <p:spPr>
          <a:xfrm>
            <a:off x="8610600" y="6356352"/>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898"/>
        <p:cNvGrpSpPr/>
        <p:nvPr/>
      </p:nvGrpSpPr>
      <p:grpSpPr>
        <a:xfrm>
          <a:off x="0" y="0"/>
          <a:ext cx="0" cy="0"/>
          <a:chOff x="0" y="0"/>
          <a:chExt cx="0" cy="0"/>
        </a:xfrm>
      </p:grpSpPr>
      <p:sp>
        <p:nvSpPr>
          <p:cNvPr id="899" name="Google Shape;899;p25"/>
          <p:cNvSpPr txBox="1">
            <a:spLocks noGrp="1"/>
          </p:cNvSpPr>
          <p:nvPr>
            <p:ph type="title"/>
          </p:nvPr>
        </p:nvSpPr>
        <p:spPr>
          <a:xfrm>
            <a:off x="838200" y="365127"/>
            <a:ext cx="10515600" cy="1325700"/>
          </a:xfrm>
          <a:prstGeom prst="rect">
            <a:avLst/>
          </a:prstGeom>
          <a:noFill/>
          <a:ln>
            <a:noFill/>
          </a:ln>
        </p:spPr>
        <p:txBody>
          <a:bodyPr spcFirstLastPara="1" wrap="square" lIns="91425" tIns="45700" rIns="91425" bIns="45700" anchor="ctr" anchorCtr="0">
            <a:normAutofit/>
          </a:bodyPr>
          <a:lstStyle>
            <a:lvl1pPr lvl="0" algn="l" rtl="0">
              <a:lnSpc>
                <a:spcPct val="90000"/>
              </a:lnSpc>
              <a:spcBef>
                <a:spcPts val="0"/>
              </a:spcBef>
              <a:spcAft>
                <a:spcPts val="0"/>
              </a:spcAft>
              <a:buClr>
                <a:schemeClr val="dk1"/>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900" name="Google Shape;900;p25"/>
          <p:cNvSpPr txBox="1">
            <a:spLocks noGrp="1"/>
          </p:cNvSpPr>
          <p:nvPr>
            <p:ph type="body" idx="1"/>
          </p:nvPr>
        </p:nvSpPr>
        <p:spPr>
          <a:xfrm rot="5400000">
            <a:off x="3920400" y="-1256575"/>
            <a:ext cx="4351200" cy="105156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1000"/>
              </a:spcBef>
              <a:spcAft>
                <a:spcPts val="0"/>
              </a:spcAft>
              <a:buClr>
                <a:schemeClr val="dk1"/>
              </a:buClr>
              <a:buSzPts val="1800"/>
              <a:buChar char="•"/>
              <a:defRPr/>
            </a:lvl1pPr>
            <a:lvl2pPr marL="914400" lvl="1" indent="-342900" algn="l" rtl="0">
              <a:lnSpc>
                <a:spcPct val="90000"/>
              </a:lnSpc>
              <a:spcBef>
                <a:spcPts val="500"/>
              </a:spcBef>
              <a:spcAft>
                <a:spcPts val="0"/>
              </a:spcAft>
              <a:buClr>
                <a:schemeClr val="dk1"/>
              </a:buClr>
              <a:buSzPts val="1800"/>
              <a:buChar char="•"/>
              <a:defRPr/>
            </a:lvl2pPr>
            <a:lvl3pPr marL="1371600" lvl="2" indent="-342900" algn="l" rtl="0">
              <a:lnSpc>
                <a:spcPct val="90000"/>
              </a:lnSpc>
              <a:spcBef>
                <a:spcPts val="500"/>
              </a:spcBef>
              <a:spcAft>
                <a:spcPts val="0"/>
              </a:spcAft>
              <a:buClr>
                <a:schemeClr val="dk1"/>
              </a:buClr>
              <a:buSzPts val="1800"/>
              <a:buChar char="•"/>
              <a:defRPr/>
            </a:lvl3pPr>
            <a:lvl4pPr marL="1828800" lvl="3" indent="-342900" algn="l" rtl="0">
              <a:lnSpc>
                <a:spcPct val="90000"/>
              </a:lnSpc>
              <a:spcBef>
                <a:spcPts val="500"/>
              </a:spcBef>
              <a:spcAft>
                <a:spcPts val="0"/>
              </a:spcAft>
              <a:buClr>
                <a:schemeClr val="dk1"/>
              </a:buClr>
              <a:buSzPts val="1800"/>
              <a:buChar char="•"/>
              <a:defRPr/>
            </a:lvl4pPr>
            <a:lvl5pPr marL="2286000" lvl="4" indent="-342900" algn="l" rtl="0">
              <a:lnSpc>
                <a:spcPct val="90000"/>
              </a:lnSpc>
              <a:spcBef>
                <a:spcPts val="500"/>
              </a:spcBef>
              <a:spcAft>
                <a:spcPts val="0"/>
              </a:spcAft>
              <a:buClr>
                <a:schemeClr val="dk1"/>
              </a:buClr>
              <a:buSzPts val="1800"/>
              <a:buChar char="•"/>
              <a:defRPr/>
            </a:lvl5pPr>
            <a:lvl6pPr marL="2743200" lvl="5" indent="-342900" algn="l" rtl="0">
              <a:lnSpc>
                <a:spcPct val="90000"/>
              </a:lnSpc>
              <a:spcBef>
                <a:spcPts val="500"/>
              </a:spcBef>
              <a:spcAft>
                <a:spcPts val="0"/>
              </a:spcAft>
              <a:buClr>
                <a:schemeClr val="dk1"/>
              </a:buClr>
              <a:buSzPts val="1800"/>
              <a:buChar char="•"/>
              <a:defRPr/>
            </a:lvl6pPr>
            <a:lvl7pPr marL="3200400" lvl="6" indent="-342900" algn="l" rtl="0">
              <a:lnSpc>
                <a:spcPct val="90000"/>
              </a:lnSpc>
              <a:spcBef>
                <a:spcPts val="500"/>
              </a:spcBef>
              <a:spcAft>
                <a:spcPts val="0"/>
              </a:spcAft>
              <a:buClr>
                <a:schemeClr val="dk1"/>
              </a:buClr>
              <a:buSzPts val="1800"/>
              <a:buChar char="•"/>
              <a:defRPr/>
            </a:lvl7pPr>
            <a:lvl8pPr marL="3657600" lvl="7" indent="-342900" algn="l" rtl="0">
              <a:lnSpc>
                <a:spcPct val="90000"/>
              </a:lnSpc>
              <a:spcBef>
                <a:spcPts val="500"/>
              </a:spcBef>
              <a:spcAft>
                <a:spcPts val="0"/>
              </a:spcAft>
              <a:buClr>
                <a:schemeClr val="dk1"/>
              </a:buClr>
              <a:buSzPts val="1800"/>
              <a:buChar char="•"/>
              <a:defRPr/>
            </a:lvl8pPr>
            <a:lvl9pPr marL="4114800" lvl="8" indent="-342900" algn="l" rtl="0">
              <a:lnSpc>
                <a:spcPct val="90000"/>
              </a:lnSpc>
              <a:spcBef>
                <a:spcPts val="500"/>
              </a:spcBef>
              <a:spcAft>
                <a:spcPts val="0"/>
              </a:spcAft>
              <a:buClr>
                <a:schemeClr val="dk1"/>
              </a:buClr>
              <a:buSzPts val="1800"/>
              <a:buChar char="•"/>
              <a:defRPr/>
            </a:lvl9pPr>
          </a:lstStyle>
          <a:p>
            <a:endParaRPr/>
          </a:p>
        </p:txBody>
      </p:sp>
      <p:sp>
        <p:nvSpPr>
          <p:cNvPr id="901" name="Google Shape;901;p25"/>
          <p:cNvSpPr txBox="1">
            <a:spLocks noGrp="1"/>
          </p:cNvSpPr>
          <p:nvPr>
            <p:ph type="dt" idx="10"/>
          </p:nvPr>
        </p:nvSpPr>
        <p:spPr>
          <a:xfrm>
            <a:off x="838200" y="6356352"/>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902" name="Google Shape;902;p25"/>
          <p:cNvSpPr txBox="1">
            <a:spLocks noGrp="1"/>
          </p:cNvSpPr>
          <p:nvPr>
            <p:ph type="ftr" idx="11"/>
          </p:nvPr>
        </p:nvSpPr>
        <p:spPr>
          <a:xfrm>
            <a:off x="4038600" y="6356352"/>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903" name="Google Shape;903;p25"/>
          <p:cNvSpPr txBox="1">
            <a:spLocks noGrp="1"/>
          </p:cNvSpPr>
          <p:nvPr>
            <p:ph type="sldNum" idx="12"/>
          </p:nvPr>
        </p:nvSpPr>
        <p:spPr>
          <a:xfrm>
            <a:off x="8610600" y="6356352"/>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904"/>
        <p:cNvGrpSpPr/>
        <p:nvPr/>
      </p:nvGrpSpPr>
      <p:grpSpPr>
        <a:xfrm>
          <a:off x="0" y="0"/>
          <a:ext cx="0" cy="0"/>
          <a:chOff x="0" y="0"/>
          <a:chExt cx="0" cy="0"/>
        </a:xfrm>
      </p:grpSpPr>
      <p:sp>
        <p:nvSpPr>
          <p:cNvPr id="905" name="Google Shape;905;p26"/>
          <p:cNvSpPr txBox="1">
            <a:spLocks noGrp="1"/>
          </p:cNvSpPr>
          <p:nvPr>
            <p:ph type="title"/>
          </p:nvPr>
        </p:nvSpPr>
        <p:spPr>
          <a:xfrm rot="5400000">
            <a:off x="7133401" y="1956625"/>
            <a:ext cx="5811900" cy="2628900"/>
          </a:xfrm>
          <a:prstGeom prst="rect">
            <a:avLst/>
          </a:prstGeom>
          <a:noFill/>
          <a:ln>
            <a:noFill/>
          </a:ln>
        </p:spPr>
        <p:txBody>
          <a:bodyPr spcFirstLastPara="1" wrap="square" lIns="91425" tIns="45700" rIns="91425" bIns="45700" anchor="ctr" anchorCtr="0">
            <a:normAutofit/>
          </a:bodyPr>
          <a:lstStyle>
            <a:lvl1pPr lvl="0" algn="l" rtl="0">
              <a:lnSpc>
                <a:spcPct val="90000"/>
              </a:lnSpc>
              <a:spcBef>
                <a:spcPts val="0"/>
              </a:spcBef>
              <a:spcAft>
                <a:spcPts val="0"/>
              </a:spcAft>
              <a:buClr>
                <a:schemeClr val="dk1"/>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906" name="Google Shape;906;p26"/>
          <p:cNvSpPr txBox="1">
            <a:spLocks noGrp="1"/>
          </p:cNvSpPr>
          <p:nvPr>
            <p:ph type="body" idx="1"/>
          </p:nvPr>
        </p:nvSpPr>
        <p:spPr>
          <a:xfrm rot="5400000">
            <a:off x="1799401" y="-596075"/>
            <a:ext cx="5811900" cy="77343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1000"/>
              </a:spcBef>
              <a:spcAft>
                <a:spcPts val="0"/>
              </a:spcAft>
              <a:buClr>
                <a:schemeClr val="dk1"/>
              </a:buClr>
              <a:buSzPts val="1800"/>
              <a:buChar char="•"/>
              <a:defRPr/>
            </a:lvl1pPr>
            <a:lvl2pPr marL="914400" lvl="1" indent="-342900" algn="l" rtl="0">
              <a:lnSpc>
                <a:spcPct val="90000"/>
              </a:lnSpc>
              <a:spcBef>
                <a:spcPts val="500"/>
              </a:spcBef>
              <a:spcAft>
                <a:spcPts val="0"/>
              </a:spcAft>
              <a:buClr>
                <a:schemeClr val="dk1"/>
              </a:buClr>
              <a:buSzPts val="1800"/>
              <a:buChar char="•"/>
              <a:defRPr/>
            </a:lvl2pPr>
            <a:lvl3pPr marL="1371600" lvl="2" indent="-342900" algn="l" rtl="0">
              <a:lnSpc>
                <a:spcPct val="90000"/>
              </a:lnSpc>
              <a:spcBef>
                <a:spcPts val="500"/>
              </a:spcBef>
              <a:spcAft>
                <a:spcPts val="0"/>
              </a:spcAft>
              <a:buClr>
                <a:schemeClr val="dk1"/>
              </a:buClr>
              <a:buSzPts val="1800"/>
              <a:buChar char="•"/>
              <a:defRPr/>
            </a:lvl3pPr>
            <a:lvl4pPr marL="1828800" lvl="3" indent="-342900" algn="l" rtl="0">
              <a:lnSpc>
                <a:spcPct val="90000"/>
              </a:lnSpc>
              <a:spcBef>
                <a:spcPts val="500"/>
              </a:spcBef>
              <a:spcAft>
                <a:spcPts val="0"/>
              </a:spcAft>
              <a:buClr>
                <a:schemeClr val="dk1"/>
              </a:buClr>
              <a:buSzPts val="1800"/>
              <a:buChar char="•"/>
              <a:defRPr/>
            </a:lvl4pPr>
            <a:lvl5pPr marL="2286000" lvl="4" indent="-342900" algn="l" rtl="0">
              <a:lnSpc>
                <a:spcPct val="90000"/>
              </a:lnSpc>
              <a:spcBef>
                <a:spcPts val="500"/>
              </a:spcBef>
              <a:spcAft>
                <a:spcPts val="0"/>
              </a:spcAft>
              <a:buClr>
                <a:schemeClr val="dk1"/>
              </a:buClr>
              <a:buSzPts val="1800"/>
              <a:buChar char="•"/>
              <a:defRPr/>
            </a:lvl5pPr>
            <a:lvl6pPr marL="2743200" lvl="5" indent="-342900" algn="l" rtl="0">
              <a:lnSpc>
                <a:spcPct val="90000"/>
              </a:lnSpc>
              <a:spcBef>
                <a:spcPts val="500"/>
              </a:spcBef>
              <a:spcAft>
                <a:spcPts val="0"/>
              </a:spcAft>
              <a:buClr>
                <a:schemeClr val="dk1"/>
              </a:buClr>
              <a:buSzPts val="1800"/>
              <a:buChar char="•"/>
              <a:defRPr/>
            </a:lvl6pPr>
            <a:lvl7pPr marL="3200400" lvl="6" indent="-342900" algn="l" rtl="0">
              <a:lnSpc>
                <a:spcPct val="90000"/>
              </a:lnSpc>
              <a:spcBef>
                <a:spcPts val="500"/>
              </a:spcBef>
              <a:spcAft>
                <a:spcPts val="0"/>
              </a:spcAft>
              <a:buClr>
                <a:schemeClr val="dk1"/>
              </a:buClr>
              <a:buSzPts val="1800"/>
              <a:buChar char="•"/>
              <a:defRPr/>
            </a:lvl7pPr>
            <a:lvl8pPr marL="3657600" lvl="7" indent="-342900" algn="l" rtl="0">
              <a:lnSpc>
                <a:spcPct val="90000"/>
              </a:lnSpc>
              <a:spcBef>
                <a:spcPts val="500"/>
              </a:spcBef>
              <a:spcAft>
                <a:spcPts val="0"/>
              </a:spcAft>
              <a:buClr>
                <a:schemeClr val="dk1"/>
              </a:buClr>
              <a:buSzPts val="1800"/>
              <a:buChar char="•"/>
              <a:defRPr/>
            </a:lvl8pPr>
            <a:lvl9pPr marL="4114800" lvl="8" indent="-342900" algn="l" rtl="0">
              <a:lnSpc>
                <a:spcPct val="90000"/>
              </a:lnSpc>
              <a:spcBef>
                <a:spcPts val="500"/>
              </a:spcBef>
              <a:spcAft>
                <a:spcPts val="0"/>
              </a:spcAft>
              <a:buClr>
                <a:schemeClr val="dk1"/>
              </a:buClr>
              <a:buSzPts val="1800"/>
              <a:buChar char="•"/>
              <a:defRPr/>
            </a:lvl9pPr>
          </a:lstStyle>
          <a:p>
            <a:endParaRPr/>
          </a:p>
        </p:txBody>
      </p:sp>
      <p:sp>
        <p:nvSpPr>
          <p:cNvPr id="907" name="Google Shape;907;p26"/>
          <p:cNvSpPr txBox="1">
            <a:spLocks noGrp="1"/>
          </p:cNvSpPr>
          <p:nvPr>
            <p:ph type="dt" idx="10"/>
          </p:nvPr>
        </p:nvSpPr>
        <p:spPr>
          <a:xfrm>
            <a:off x="838200" y="6356352"/>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908" name="Google Shape;908;p26"/>
          <p:cNvSpPr txBox="1">
            <a:spLocks noGrp="1"/>
          </p:cNvSpPr>
          <p:nvPr>
            <p:ph type="ftr" idx="11"/>
          </p:nvPr>
        </p:nvSpPr>
        <p:spPr>
          <a:xfrm>
            <a:off x="4038600" y="6356352"/>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909" name="Google Shape;909;p26"/>
          <p:cNvSpPr txBox="1">
            <a:spLocks noGrp="1"/>
          </p:cNvSpPr>
          <p:nvPr>
            <p:ph type="sldNum" idx="12"/>
          </p:nvPr>
        </p:nvSpPr>
        <p:spPr>
          <a:xfrm>
            <a:off x="8610600" y="6356352"/>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I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image" Target="../media/image1.png"/><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1.xml"/><Relationship Id="rId3" Type="http://schemas.openxmlformats.org/officeDocument/2006/relationships/slideLayout" Target="../slideLayouts/slideLayout16.xml"/><Relationship Id="rId7" Type="http://schemas.openxmlformats.org/officeDocument/2006/relationships/slideLayout" Target="../slideLayouts/slideLayout20.xml"/><Relationship Id="rId2" Type="http://schemas.openxmlformats.org/officeDocument/2006/relationships/slideLayout" Target="../slideLayouts/slideLayout15.xml"/><Relationship Id="rId1" Type="http://schemas.openxmlformats.org/officeDocument/2006/relationships/slideLayout" Target="../slideLayouts/slideLayout14.xml"/><Relationship Id="rId6" Type="http://schemas.openxmlformats.org/officeDocument/2006/relationships/slideLayout" Target="../slideLayouts/slideLayout19.xml"/><Relationship Id="rId11" Type="http://schemas.openxmlformats.org/officeDocument/2006/relationships/image" Target="../media/image1.png"/><Relationship Id="rId5" Type="http://schemas.openxmlformats.org/officeDocument/2006/relationships/slideLayout" Target="../slideLayouts/slideLayout18.xml"/><Relationship Id="rId10" Type="http://schemas.openxmlformats.org/officeDocument/2006/relationships/theme" Target="../theme/theme2.xml"/><Relationship Id="rId4" Type="http://schemas.openxmlformats.org/officeDocument/2006/relationships/slideLayout" Target="../slideLayouts/slideLayout17.xml"/><Relationship Id="rId9" Type="http://schemas.openxmlformats.org/officeDocument/2006/relationships/slideLayout" Target="../slideLayouts/slideLayout2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751"/>
        <p:cNvGrpSpPr/>
        <p:nvPr/>
      </p:nvGrpSpPr>
      <p:grpSpPr>
        <a:xfrm>
          <a:off x="0" y="0"/>
          <a:ext cx="0" cy="0"/>
          <a:chOff x="0" y="0"/>
          <a:chExt cx="0" cy="0"/>
        </a:xfrm>
      </p:grpSpPr>
      <p:sp>
        <p:nvSpPr>
          <p:cNvPr id="752" name="Google Shape;752;p1"/>
          <p:cNvSpPr/>
          <p:nvPr/>
        </p:nvSpPr>
        <p:spPr>
          <a:xfrm>
            <a:off x="0" y="6096000"/>
            <a:ext cx="12192000" cy="771900"/>
          </a:xfrm>
          <a:prstGeom prst="rect">
            <a:avLst/>
          </a:prstGeom>
          <a:solidFill>
            <a:srgbClr val="00000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Calibri"/>
              <a:ea typeface="Calibri"/>
              <a:cs typeface="Calibri"/>
              <a:sym typeface="Calibri"/>
            </a:endParaRPr>
          </a:p>
        </p:txBody>
      </p:sp>
      <p:sp>
        <p:nvSpPr>
          <p:cNvPr id="753" name="Google Shape;753;p1"/>
          <p:cNvSpPr txBox="1">
            <a:spLocks noGrp="1"/>
          </p:cNvSpPr>
          <p:nvPr>
            <p:ph type="title"/>
          </p:nvPr>
        </p:nvSpPr>
        <p:spPr>
          <a:xfrm>
            <a:off x="838200" y="365127"/>
            <a:ext cx="10515600" cy="1325700"/>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4400"/>
              <a:buFont typeface="Poppins"/>
              <a:buNone/>
              <a:defRPr sz="4400" b="0" i="0" u="none" strike="noStrike" cap="none">
                <a:solidFill>
                  <a:schemeClr val="dk1"/>
                </a:solidFill>
                <a:latin typeface="Poppins"/>
                <a:ea typeface="Poppins"/>
                <a:cs typeface="Poppins"/>
                <a:sym typeface="Poppins"/>
              </a:defRPr>
            </a:lvl1pPr>
            <a:lvl2pPr lvl="1" rtl="0">
              <a:spcBef>
                <a:spcPts val="0"/>
              </a:spcBef>
              <a:spcAft>
                <a:spcPts val="0"/>
              </a:spcAft>
              <a:buSzPts val="1400"/>
              <a:buNone/>
              <a:defRPr sz="1800"/>
            </a:lvl2pPr>
            <a:lvl3pPr lvl="2" rtl="0">
              <a:spcBef>
                <a:spcPts val="0"/>
              </a:spcBef>
              <a:spcAft>
                <a:spcPts val="0"/>
              </a:spcAft>
              <a:buSzPts val="1400"/>
              <a:buNone/>
              <a:defRPr sz="1800"/>
            </a:lvl3pPr>
            <a:lvl4pPr lvl="3" rtl="0">
              <a:spcBef>
                <a:spcPts val="0"/>
              </a:spcBef>
              <a:spcAft>
                <a:spcPts val="0"/>
              </a:spcAft>
              <a:buSzPts val="1400"/>
              <a:buNone/>
              <a:defRPr sz="1800"/>
            </a:lvl4pPr>
            <a:lvl5pPr lvl="4" rtl="0">
              <a:spcBef>
                <a:spcPts val="0"/>
              </a:spcBef>
              <a:spcAft>
                <a:spcPts val="0"/>
              </a:spcAft>
              <a:buSzPts val="1400"/>
              <a:buNone/>
              <a:defRPr sz="1800"/>
            </a:lvl5pPr>
            <a:lvl6pPr lvl="5" rtl="0">
              <a:spcBef>
                <a:spcPts val="0"/>
              </a:spcBef>
              <a:spcAft>
                <a:spcPts val="0"/>
              </a:spcAft>
              <a:buSzPts val="1400"/>
              <a:buNone/>
              <a:defRPr sz="1800"/>
            </a:lvl6pPr>
            <a:lvl7pPr lvl="6" rtl="0">
              <a:spcBef>
                <a:spcPts val="0"/>
              </a:spcBef>
              <a:spcAft>
                <a:spcPts val="0"/>
              </a:spcAft>
              <a:buSzPts val="1400"/>
              <a:buNone/>
              <a:defRPr sz="1800"/>
            </a:lvl7pPr>
            <a:lvl8pPr lvl="7" rtl="0">
              <a:spcBef>
                <a:spcPts val="0"/>
              </a:spcBef>
              <a:spcAft>
                <a:spcPts val="0"/>
              </a:spcAft>
              <a:buSzPts val="1400"/>
              <a:buNone/>
              <a:defRPr sz="1800"/>
            </a:lvl8pPr>
            <a:lvl9pPr lvl="8" rtl="0">
              <a:spcBef>
                <a:spcPts val="0"/>
              </a:spcBef>
              <a:spcAft>
                <a:spcPts val="0"/>
              </a:spcAft>
              <a:buSzPts val="1400"/>
              <a:buNone/>
              <a:defRPr sz="1800"/>
            </a:lvl9pPr>
          </a:lstStyle>
          <a:p>
            <a:endParaRPr/>
          </a:p>
        </p:txBody>
      </p:sp>
      <p:sp>
        <p:nvSpPr>
          <p:cNvPr id="754" name="Google Shape;754;p1"/>
          <p:cNvSpPr txBox="1">
            <a:spLocks noGrp="1"/>
          </p:cNvSpPr>
          <p:nvPr>
            <p:ph type="body" idx="1"/>
          </p:nvPr>
        </p:nvSpPr>
        <p:spPr>
          <a:xfrm>
            <a:off x="838200" y="1825625"/>
            <a:ext cx="10515600" cy="4351200"/>
          </a:xfrm>
          <a:prstGeom prst="rect">
            <a:avLst/>
          </a:prstGeom>
          <a:noFill/>
          <a:ln>
            <a:noFill/>
          </a:ln>
        </p:spPr>
        <p:txBody>
          <a:bodyPr spcFirstLastPara="1" wrap="square" lIns="91425" tIns="45700" rIns="91425" bIns="45700" anchor="t" anchorCtr="0">
            <a:norm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Avenir"/>
                <a:ea typeface="Avenir"/>
                <a:cs typeface="Avenir"/>
                <a:sym typeface="Avenir"/>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Avenir"/>
                <a:ea typeface="Avenir"/>
                <a:cs typeface="Avenir"/>
                <a:sym typeface="Avenir"/>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Avenir"/>
                <a:ea typeface="Avenir"/>
                <a:cs typeface="Avenir"/>
                <a:sym typeface="Avenir"/>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venir"/>
                <a:ea typeface="Avenir"/>
                <a:cs typeface="Avenir"/>
                <a:sym typeface="Avenir"/>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venir"/>
                <a:ea typeface="Avenir"/>
                <a:cs typeface="Avenir"/>
                <a:sym typeface="Avenir"/>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755" name="Google Shape;755;p1"/>
          <p:cNvSpPr txBox="1">
            <a:spLocks noGrp="1"/>
          </p:cNvSpPr>
          <p:nvPr>
            <p:ph type="dt" idx="10"/>
          </p:nvPr>
        </p:nvSpPr>
        <p:spPr>
          <a:xfrm>
            <a:off x="838200" y="6356352"/>
            <a:ext cx="2743200" cy="365100"/>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756" name="Google Shape;756;p1"/>
          <p:cNvSpPr txBox="1">
            <a:spLocks noGrp="1"/>
          </p:cNvSpPr>
          <p:nvPr>
            <p:ph type="ftr" idx="11"/>
          </p:nvPr>
        </p:nvSpPr>
        <p:spPr>
          <a:xfrm>
            <a:off x="4038600" y="6356352"/>
            <a:ext cx="4114800" cy="365100"/>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757" name="Google Shape;757;p1"/>
          <p:cNvSpPr txBox="1">
            <a:spLocks noGrp="1"/>
          </p:cNvSpPr>
          <p:nvPr>
            <p:ph type="sldNum" idx="12"/>
          </p:nvPr>
        </p:nvSpPr>
        <p:spPr>
          <a:xfrm>
            <a:off x="8610600" y="6356352"/>
            <a:ext cx="2743200" cy="365100"/>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b="0" i="0" u="none" strike="noStrike" cap="none">
                <a:solidFill>
                  <a:srgbClr val="888888"/>
                </a:solidFill>
                <a:latin typeface="Calibri"/>
                <a:ea typeface="Calibri"/>
                <a:cs typeface="Calibri"/>
                <a:sym typeface="Calibri"/>
              </a:defRPr>
            </a:lvl1pPr>
            <a:lvl2pPr marL="0" marR="0" lvl="1" indent="0" algn="r" rtl="0">
              <a:spcBef>
                <a:spcPts val="0"/>
              </a:spcBef>
              <a:buNone/>
              <a:defRPr sz="1200" b="0" i="0" u="none" strike="noStrike" cap="none">
                <a:solidFill>
                  <a:srgbClr val="888888"/>
                </a:solidFill>
                <a:latin typeface="Calibri"/>
                <a:ea typeface="Calibri"/>
                <a:cs typeface="Calibri"/>
                <a:sym typeface="Calibri"/>
              </a:defRPr>
            </a:lvl2pPr>
            <a:lvl3pPr marL="0" marR="0" lvl="2" indent="0" algn="r" rtl="0">
              <a:spcBef>
                <a:spcPts val="0"/>
              </a:spcBef>
              <a:buNone/>
              <a:defRPr sz="1200" b="0" i="0" u="none" strike="noStrike" cap="none">
                <a:solidFill>
                  <a:srgbClr val="888888"/>
                </a:solidFill>
                <a:latin typeface="Calibri"/>
                <a:ea typeface="Calibri"/>
                <a:cs typeface="Calibri"/>
                <a:sym typeface="Calibri"/>
              </a:defRPr>
            </a:lvl3pPr>
            <a:lvl4pPr marL="0" marR="0" lvl="3" indent="0" algn="r" rtl="0">
              <a:spcBef>
                <a:spcPts val="0"/>
              </a:spcBef>
              <a:buNone/>
              <a:defRPr sz="1200" b="0" i="0" u="none" strike="noStrike" cap="none">
                <a:solidFill>
                  <a:srgbClr val="888888"/>
                </a:solidFill>
                <a:latin typeface="Calibri"/>
                <a:ea typeface="Calibri"/>
                <a:cs typeface="Calibri"/>
                <a:sym typeface="Calibri"/>
              </a:defRPr>
            </a:lvl4pPr>
            <a:lvl5pPr marL="0" marR="0" lvl="4" indent="0" algn="r" rtl="0">
              <a:spcBef>
                <a:spcPts val="0"/>
              </a:spcBef>
              <a:buNone/>
              <a:defRPr sz="1200" b="0" i="0" u="none" strike="noStrike" cap="none">
                <a:solidFill>
                  <a:srgbClr val="888888"/>
                </a:solidFill>
                <a:latin typeface="Calibri"/>
                <a:ea typeface="Calibri"/>
                <a:cs typeface="Calibri"/>
                <a:sym typeface="Calibri"/>
              </a:defRPr>
            </a:lvl5pPr>
            <a:lvl6pPr marL="0" marR="0" lvl="5" indent="0" algn="r" rtl="0">
              <a:spcBef>
                <a:spcPts val="0"/>
              </a:spcBef>
              <a:buNone/>
              <a:defRPr sz="1200" b="0" i="0" u="none" strike="noStrike" cap="none">
                <a:solidFill>
                  <a:srgbClr val="888888"/>
                </a:solidFill>
                <a:latin typeface="Calibri"/>
                <a:ea typeface="Calibri"/>
                <a:cs typeface="Calibri"/>
                <a:sym typeface="Calibri"/>
              </a:defRPr>
            </a:lvl6pPr>
            <a:lvl7pPr marL="0" marR="0" lvl="6" indent="0" algn="r" rtl="0">
              <a:spcBef>
                <a:spcPts val="0"/>
              </a:spcBef>
              <a:buNone/>
              <a:defRPr sz="1200" b="0" i="0" u="none" strike="noStrike" cap="none">
                <a:solidFill>
                  <a:srgbClr val="888888"/>
                </a:solidFill>
                <a:latin typeface="Calibri"/>
                <a:ea typeface="Calibri"/>
                <a:cs typeface="Calibri"/>
                <a:sym typeface="Calibri"/>
              </a:defRPr>
            </a:lvl7pPr>
            <a:lvl8pPr marL="0" marR="0" lvl="7" indent="0" algn="r" rtl="0">
              <a:spcBef>
                <a:spcPts val="0"/>
              </a:spcBef>
              <a:buNone/>
              <a:defRPr sz="1200" b="0" i="0" u="none" strike="noStrike" cap="none">
                <a:solidFill>
                  <a:srgbClr val="888888"/>
                </a:solidFill>
                <a:latin typeface="Calibri"/>
                <a:ea typeface="Calibri"/>
                <a:cs typeface="Calibri"/>
                <a:sym typeface="Calibri"/>
              </a:defRPr>
            </a:lvl8pPr>
            <a:lvl9pPr marL="0" marR="0" lvl="8" indent="0" algn="r" rtl="0">
              <a:spcBef>
                <a:spcPts val="0"/>
              </a:spcBef>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IN"/>
              <a:t>‹#›</a:t>
            </a:fld>
            <a:endParaRPr/>
          </a:p>
        </p:txBody>
      </p:sp>
      <p:sp>
        <p:nvSpPr>
          <p:cNvPr id="758" name="Google Shape;758;p1"/>
          <p:cNvSpPr/>
          <p:nvPr/>
        </p:nvSpPr>
        <p:spPr>
          <a:xfrm>
            <a:off x="0" y="6140361"/>
            <a:ext cx="12192000" cy="705000"/>
          </a:xfrm>
          <a:prstGeom prst="rect">
            <a:avLst/>
          </a:prstGeom>
          <a:solidFill>
            <a:srgbClr val="B6114D"/>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Calibri"/>
              <a:ea typeface="Calibri"/>
              <a:cs typeface="Calibri"/>
              <a:sym typeface="Calibri"/>
            </a:endParaRPr>
          </a:p>
        </p:txBody>
      </p:sp>
      <p:pic>
        <p:nvPicPr>
          <p:cNvPr id="759" name="Google Shape;759;p1"/>
          <p:cNvPicPr preferRelativeResize="0"/>
          <p:nvPr/>
        </p:nvPicPr>
        <p:blipFill rotWithShape="1">
          <a:blip r:embed="rId15">
            <a:alphaModFix/>
          </a:blip>
          <a:srcRect/>
          <a:stretch/>
        </p:blipFill>
        <p:spPr>
          <a:xfrm>
            <a:off x="9890762" y="6165912"/>
            <a:ext cx="1935479" cy="618068"/>
          </a:xfrm>
          <a:prstGeom prst="rect">
            <a:avLst/>
          </a:prstGeom>
          <a:noFill/>
          <a:ln>
            <a:noFill/>
          </a:ln>
        </p:spPr>
      </p:pic>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832"/>
        <p:cNvGrpSpPr/>
        <p:nvPr/>
      </p:nvGrpSpPr>
      <p:grpSpPr>
        <a:xfrm>
          <a:off x="0" y="0"/>
          <a:ext cx="0" cy="0"/>
          <a:chOff x="0" y="0"/>
          <a:chExt cx="0" cy="0"/>
        </a:xfrm>
      </p:grpSpPr>
      <p:sp>
        <p:nvSpPr>
          <p:cNvPr id="833" name="Google Shape;833;p15"/>
          <p:cNvSpPr/>
          <p:nvPr/>
        </p:nvSpPr>
        <p:spPr>
          <a:xfrm>
            <a:off x="0" y="6096000"/>
            <a:ext cx="12192000" cy="771900"/>
          </a:xfrm>
          <a:prstGeom prst="rect">
            <a:avLst/>
          </a:prstGeom>
          <a:solidFill>
            <a:srgbClr val="00000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Calibri"/>
              <a:ea typeface="Calibri"/>
              <a:cs typeface="Calibri"/>
              <a:sym typeface="Calibri"/>
            </a:endParaRPr>
          </a:p>
        </p:txBody>
      </p:sp>
      <p:sp>
        <p:nvSpPr>
          <p:cNvPr id="834" name="Google Shape;834;p15"/>
          <p:cNvSpPr txBox="1">
            <a:spLocks noGrp="1"/>
          </p:cNvSpPr>
          <p:nvPr>
            <p:ph type="title"/>
          </p:nvPr>
        </p:nvSpPr>
        <p:spPr>
          <a:xfrm>
            <a:off x="838200" y="365127"/>
            <a:ext cx="10515600" cy="1325700"/>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4400"/>
              <a:buFont typeface="Poppins"/>
              <a:buNone/>
              <a:defRPr sz="4400" b="0" i="0" u="none" strike="noStrike" cap="none">
                <a:solidFill>
                  <a:schemeClr val="dk1"/>
                </a:solidFill>
                <a:latin typeface="Poppins"/>
                <a:ea typeface="Poppins"/>
                <a:cs typeface="Poppins"/>
                <a:sym typeface="Poppins"/>
              </a:defRPr>
            </a:lvl1pPr>
            <a:lvl2pPr lvl="1" rtl="0">
              <a:spcBef>
                <a:spcPts val="0"/>
              </a:spcBef>
              <a:spcAft>
                <a:spcPts val="0"/>
              </a:spcAft>
              <a:buSzPts val="1400"/>
              <a:buNone/>
              <a:defRPr sz="1800"/>
            </a:lvl2pPr>
            <a:lvl3pPr lvl="2" rtl="0">
              <a:spcBef>
                <a:spcPts val="0"/>
              </a:spcBef>
              <a:spcAft>
                <a:spcPts val="0"/>
              </a:spcAft>
              <a:buSzPts val="1400"/>
              <a:buNone/>
              <a:defRPr sz="1800"/>
            </a:lvl3pPr>
            <a:lvl4pPr lvl="3" rtl="0">
              <a:spcBef>
                <a:spcPts val="0"/>
              </a:spcBef>
              <a:spcAft>
                <a:spcPts val="0"/>
              </a:spcAft>
              <a:buSzPts val="1400"/>
              <a:buNone/>
              <a:defRPr sz="1800"/>
            </a:lvl4pPr>
            <a:lvl5pPr lvl="4" rtl="0">
              <a:spcBef>
                <a:spcPts val="0"/>
              </a:spcBef>
              <a:spcAft>
                <a:spcPts val="0"/>
              </a:spcAft>
              <a:buSzPts val="1400"/>
              <a:buNone/>
              <a:defRPr sz="1800"/>
            </a:lvl5pPr>
            <a:lvl6pPr lvl="5" rtl="0">
              <a:spcBef>
                <a:spcPts val="0"/>
              </a:spcBef>
              <a:spcAft>
                <a:spcPts val="0"/>
              </a:spcAft>
              <a:buSzPts val="1400"/>
              <a:buNone/>
              <a:defRPr sz="1800"/>
            </a:lvl6pPr>
            <a:lvl7pPr lvl="6" rtl="0">
              <a:spcBef>
                <a:spcPts val="0"/>
              </a:spcBef>
              <a:spcAft>
                <a:spcPts val="0"/>
              </a:spcAft>
              <a:buSzPts val="1400"/>
              <a:buNone/>
              <a:defRPr sz="1800"/>
            </a:lvl7pPr>
            <a:lvl8pPr lvl="7" rtl="0">
              <a:spcBef>
                <a:spcPts val="0"/>
              </a:spcBef>
              <a:spcAft>
                <a:spcPts val="0"/>
              </a:spcAft>
              <a:buSzPts val="1400"/>
              <a:buNone/>
              <a:defRPr sz="1800"/>
            </a:lvl8pPr>
            <a:lvl9pPr lvl="8" rtl="0">
              <a:spcBef>
                <a:spcPts val="0"/>
              </a:spcBef>
              <a:spcAft>
                <a:spcPts val="0"/>
              </a:spcAft>
              <a:buSzPts val="1400"/>
              <a:buNone/>
              <a:defRPr sz="1800"/>
            </a:lvl9pPr>
          </a:lstStyle>
          <a:p>
            <a:endParaRPr/>
          </a:p>
        </p:txBody>
      </p:sp>
      <p:sp>
        <p:nvSpPr>
          <p:cNvPr id="835" name="Google Shape;835;p15"/>
          <p:cNvSpPr txBox="1">
            <a:spLocks noGrp="1"/>
          </p:cNvSpPr>
          <p:nvPr>
            <p:ph type="body" idx="1"/>
          </p:nvPr>
        </p:nvSpPr>
        <p:spPr>
          <a:xfrm>
            <a:off x="838200" y="1825625"/>
            <a:ext cx="10515600" cy="4351200"/>
          </a:xfrm>
          <a:prstGeom prst="rect">
            <a:avLst/>
          </a:prstGeom>
          <a:noFill/>
          <a:ln>
            <a:noFill/>
          </a:ln>
        </p:spPr>
        <p:txBody>
          <a:bodyPr spcFirstLastPara="1" wrap="square" lIns="91425" tIns="45700" rIns="91425" bIns="45700" anchor="t" anchorCtr="0">
            <a:norm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Avenir"/>
                <a:ea typeface="Avenir"/>
                <a:cs typeface="Avenir"/>
                <a:sym typeface="Avenir"/>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Avenir"/>
                <a:ea typeface="Avenir"/>
                <a:cs typeface="Avenir"/>
                <a:sym typeface="Avenir"/>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Avenir"/>
                <a:ea typeface="Avenir"/>
                <a:cs typeface="Avenir"/>
                <a:sym typeface="Avenir"/>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venir"/>
                <a:ea typeface="Avenir"/>
                <a:cs typeface="Avenir"/>
                <a:sym typeface="Avenir"/>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venir"/>
                <a:ea typeface="Avenir"/>
                <a:cs typeface="Avenir"/>
                <a:sym typeface="Avenir"/>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836" name="Google Shape;836;p15"/>
          <p:cNvSpPr txBox="1">
            <a:spLocks noGrp="1"/>
          </p:cNvSpPr>
          <p:nvPr>
            <p:ph type="dt" idx="10"/>
          </p:nvPr>
        </p:nvSpPr>
        <p:spPr>
          <a:xfrm>
            <a:off x="838200" y="6356352"/>
            <a:ext cx="2743200" cy="365100"/>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837" name="Google Shape;837;p15"/>
          <p:cNvSpPr txBox="1">
            <a:spLocks noGrp="1"/>
          </p:cNvSpPr>
          <p:nvPr>
            <p:ph type="ftr" idx="11"/>
          </p:nvPr>
        </p:nvSpPr>
        <p:spPr>
          <a:xfrm>
            <a:off x="4038600" y="6356352"/>
            <a:ext cx="4114800" cy="365100"/>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838" name="Google Shape;838;p15"/>
          <p:cNvSpPr txBox="1">
            <a:spLocks noGrp="1"/>
          </p:cNvSpPr>
          <p:nvPr>
            <p:ph type="sldNum" idx="12"/>
          </p:nvPr>
        </p:nvSpPr>
        <p:spPr>
          <a:xfrm>
            <a:off x="8610600" y="6356352"/>
            <a:ext cx="2743200" cy="365100"/>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b="0" i="0" u="none" strike="noStrike" cap="none">
                <a:solidFill>
                  <a:srgbClr val="888888"/>
                </a:solidFill>
                <a:latin typeface="Calibri"/>
                <a:ea typeface="Calibri"/>
                <a:cs typeface="Calibri"/>
                <a:sym typeface="Calibri"/>
              </a:defRPr>
            </a:lvl1pPr>
            <a:lvl2pPr marL="0" marR="0" lvl="1" indent="0" algn="r" rtl="0">
              <a:spcBef>
                <a:spcPts val="0"/>
              </a:spcBef>
              <a:buNone/>
              <a:defRPr sz="1200" b="0" i="0" u="none" strike="noStrike" cap="none">
                <a:solidFill>
                  <a:srgbClr val="888888"/>
                </a:solidFill>
                <a:latin typeface="Calibri"/>
                <a:ea typeface="Calibri"/>
                <a:cs typeface="Calibri"/>
                <a:sym typeface="Calibri"/>
              </a:defRPr>
            </a:lvl2pPr>
            <a:lvl3pPr marL="0" marR="0" lvl="2" indent="0" algn="r" rtl="0">
              <a:spcBef>
                <a:spcPts val="0"/>
              </a:spcBef>
              <a:buNone/>
              <a:defRPr sz="1200" b="0" i="0" u="none" strike="noStrike" cap="none">
                <a:solidFill>
                  <a:srgbClr val="888888"/>
                </a:solidFill>
                <a:latin typeface="Calibri"/>
                <a:ea typeface="Calibri"/>
                <a:cs typeface="Calibri"/>
                <a:sym typeface="Calibri"/>
              </a:defRPr>
            </a:lvl3pPr>
            <a:lvl4pPr marL="0" marR="0" lvl="3" indent="0" algn="r" rtl="0">
              <a:spcBef>
                <a:spcPts val="0"/>
              </a:spcBef>
              <a:buNone/>
              <a:defRPr sz="1200" b="0" i="0" u="none" strike="noStrike" cap="none">
                <a:solidFill>
                  <a:srgbClr val="888888"/>
                </a:solidFill>
                <a:latin typeface="Calibri"/>
                <a:ea typeface="Calibri"/>
                <a:cs typeface="Calibri"/>
                <a:sym typeface="Calibri"/>
              </a:defRPr>
            </a:lvl4pPr>
            <a:lvl5pPr marL="0" marR="0" lvl="4" indent="0" algn="r" rtl="0">
              <a:spcBef>
                <a:spcPts val="0"/>
              </a:spcBef>
              <a:buNone/>
              <a:defRPr sz="1200" b="0" i="0" u="none" strike="noStrike" cap="none">
                <a:solidFill>
                  <a:srgbClr val="888888"/>
                </a:solidFill>
                <a:latin typeface="Calibri"/>
                <a:ea typeface="Calibri"/>
                <a:cs typeface="Calibri"/>
                <a:sym typeface="Calibri"/>
              </a:defRPr>
            </a:lvl5pPr>
            <a:lvl6pPr marL="0" marR="0" lvl="5" indent="0" algn="r" rtl="0">
              <a:spcBef>
                <a:spcPts val="0"/>
              </a:spcBef>
              <a:buNone/>
              <a:defRPr sz="1200" b="0" i="0" u="none" strike="noStrike" cap="none">
                <a:solidFill>
                  <a:srgbClr val="888888"/>
                </a:solidFill>
                <a:latin typeface="Calibri"/>
                <a:ea typeface="Calibri"/>
                <a:cs typeface="Calibri"/>
                <a:sym typeface="Calibri"/>
              </a:defRPr>
            </a:lvl6pPr>
            <a:lvl7pPr marL="0" marR="0" lvl="6" indent="0" algn="r" rtl="0">
              <a:spcBef>
                <a:spcPts val="0"/>
              </a:spcBef>
              <a:buNone/>
              <a:defRPr sz="1200" b="0" i="0" u="none" strike="noStrike" cap="none">
                <a:solidFill>
                  <a:srgbClr val="888888"/>
                </a:solidFill>
                <a:latin typeface="Calibri"/>
                <a:ea typeface="Calibri"/>
                <a:cs typeface="Calibri"/>
                <a:sym typeface="Calibri"/>
              </a:defRPr>
            </a:lvl7pPr>
            <a:lvl8pPr marL="0" marR="0" lvl="7" indent="0" algn="r" rtl="0">
              <a:spcBef>
                <a:spcPts val="0"/>
              </a:spcBef>
              <a:buNone/>
              <a:defRPr sz="1200" b="0" i="0" u="none" strike="noStrike" cap="none">
                <a:solidFill>
                  <a:srgbClr val="888888"/>
                </a:solidFill>
                <a:latin typeface="Calibri"/>
                <a:ea typeface="Calibri"/>
                <a:cs typeface="Calibri"/>
                <a:sym typeface="Calibri"/>
              </a:defRPr>
            </a:lvl8pPr>
            <a:lvl9pPr marL="0" marR="0" lvl="8" indent="0" algn="r" rtl="0">
              <a:spcBef>
                <a:spcPts val="0"/>
              </a:spcBef>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IN"/>
              <a:t>‹#›</a:t>
            </a:fld>
            <a:endParaRPr/>
          </a:p>
        </p:txBody>
      </p:sp>
      <p:sp>
        <p:nvSpPr>
          <p:cNvPr id="839" name="Google Shape;839;p15"/>
          <p:cNvSpPr/>
          <p:nvPr/>
        </p:nvSpPr>
        <p:spPr>
          <a:xfrm>
            <a:off x="0" y="6140361"/>
            <a:ext cx="12192000" cy="705000"/>
          </a:xfrm>
          <a:prstGeom prst="rect">
            <a:avLst/>
          </a:prstGeom>
          <a:solidFill>
            <a:srgbClr val="B6114D"/>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Calibri"/>
              <a:ea typeface="Calibri"/>
              <a:cs typeface="Calibri"/>
              <a:sym typeface="Calibri"/>
            </a:endParaRPr>
          </a:p>
        </p:txBody>
      </p:sp>
      <p:pic>
        <p:nvPicPr>
          <p:cNvPr id="840" name="Google Shape;840;p15"/>
          <p:cNvPicPr preferRelativeResize="0"/>
          <p:nvPr/>
        </p:nvPicPr>
        <p:blipFill rotWithShape="1">
          <a:blip r:embed="rId11">
            <a:alphaModFix/>
          </a:blip>
          <a:srcRect/>
          <a:stretch/>
        </p:blipFill>
        <p:spPr>
          <a:xfrm>
            <a:off x="9890762" y="6165912"/>
            <a:ext cx="1935479" cy="618068"/>
          </a:xfrm>
          <a:prstGeom prst="rect">
            <a:avLst/>
          </a:prstGeom>
          <a:noFill/>
          <a:ln>
            <a:noFill/>
          </a:ln>
        </p:spPr>
      </p:pic>
    </p:spTree>
  </p:cSld>
  <p:clrMap bg1="lt1" tx1="dk1" bg2="dk2" tx2="lt2" accent1="accent1" accent2="accent2" accent3="accent3" accent4="accent4" accent5="accent5" accent6="accent6" hlink="hlink" folHlink="folHlink"/>
  <p:sldLayoutIdLst>
    <p:sldLayoutId id="2147483661" r:id="rId1"/>
    <p:sldLayoutId id="2147483663" r:id="rId2"/>
    <p:sldLayoutId id="2147483664" r:id="rId3"/>
    <p:sldLayoutId id="2147483665" r:id="rId4"/>
    <p:sldLayoutId id="2147483666" r:id="rId5"/>
    <p:sldLayoutId id="2147483668" r:id="rId6"/>
    <p:sldLayoutId id="2147483669" r:id="rId7"/>
    <p:sldLayoutId id="2147483670" r:id="rId8"/>
    <p:sldLayoutId id="2147483671" r:id="rId9"/>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hyperlink" Target="https://github.com/Radha-Krishna-19/Campus-Bites-FS" TargetMode="External"/><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8" Type="http://schemas.openxmlformats.org/officeDocument/2006/relationships/image" Target="../media/image3.jpeg"/><Relationship Id="rId3" Type="http://schemas.openxmlformats.org/officeDocument/2006/relationships/hyperlink" Target="https://github.com/MANIDEEP2407-SYS&#8203;" TargetMode="External"/><Relationship Id="rId7" Type="http://schemas.openxmlformats.org/officeDocument/2006/relationships/hyperlink" Target="https://github.com/Phyboc" TargetMode="External"/><Relationship Id="rId2" Type="http://schemas.openxmlformats.org/officeDocument/2006/relationships/notesSlide" Target="../notesSlides/notesSlide2.xml"/><Relationship Id="rId1" Type="http://schemas.openxmlformats.org/officeDocument/2006/relationships/slideLayout" Target="../slideLayouts/slideLayout1.xml"/><Relationship Id="rId6" Type="http://schemas.openxmlformats.org/officeDocument/2006/relationships/hyperlink" Target="https://github.com/SamanyuNair" TargetMode="External"/><Relationship Id="rId11" Type="http://schemas.openxmlformats.org/officeDocument/2006/relationships/image" Target="../media/image6.jpeg"/><Relationship Id="rId5" Type="http://schemas.openxmlformats.org/officeDocument/2006/relationships/hyperlink" Target="https://github.com/mahima1006&#8203;" TargetMode="External"/><Relationship Id="rId10" Type="http://schemas.openxmlformats.org/officeDocument/2006/relationships/image" Target="../media/image5.jpeg"/><Relationship Id="rId4" Type="http://schemas.openxmlformats.org/officeDocument/2006/relationships/hyperlink" Target="mailto:Cb.sc.u4cse23111@cb.students.amrita.edu" TargetMode="External"/><Relationship Id="rId9" Type="http://schemas.openxmlformats.org/officeDocument/2006/relationships/image" Target="../media/image4.jpe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1026"/>
        <p:cNvGrpSpPr/>
        <p:nvPr/>
      </p:nvGrpSpPr>
      <p:grpSpPr>
        <a:xfrm>
          <a:off x="0" y="0"/>
          <a:ext cx="0" cy="0"/>
          <a:chOff x="0" y="0"/>
          <a:chExt cx="0" cy="0"/>
        </a:xfrm>
      </p:grpSpPr>
      <p:sp>
        <p:nvSpPr>
          <p:cNvPr id="1029" name="Google Shape;1029;p45"/>
          <p:cNvSpPr txBox="1"/>
          <p:nvPr/>
        </p:nvSpPr>
        <p:spPr>
          <a:xfrm>
            <a:off x="483319" y="4478638"/>
            <a:ext cx="11220600" cy="1508065"/>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86072"/>
              </a:buClr>
              <a:buSzPts val="2400"/>
              <a:buFont typeface="Times New Roman"/>
              <a:buNone/>
            </a:pPr>
            <a:r>
              <a:rPr lang="en-IN" sz="2400" b="1" i="0" u="none" strike="noStrike" cap="none">
                <a:solidFill>
                  <a:srgbClr val="086072"/>
                </a:solidFill>
                <a:latin typeface="Times New Roman"/>
                <a:ea typeface="Times New Roman"/>
                <a:cs typeface="Times New Roman"/>
                <a:sym typeface="Times New Roman"/>
              </a:rPr>
              <a:t> </a:t>
            </a:r>
            <a:endParaRPr/>
          </a:p>
          <a:p>
            <a:pPr marL="0" marR="0" lvl="0" indent="0" algn="ctr" rtl="0">
              <a:lnSpc>
                <a:spcPct val="100000"/>
              </a:lnSpc>
              <a:spcBef>
                <a:spcPts val="0"/>
              </a:spcBef>
              <a:spcAft>
                <a:spcPts val="0"/>
              </a:spcAft>
              <a:buClr>
                <a:schemeClr val="dk1"/>
              </a:buClr>
              <a:buSzPts val="2400"/>
              <a:buFont typeface="Calibri"/>
              <a:buNone/>
            </a:pPr>
            <a:endParaRPr sz="2400" b="1" i="0" u="none" strike="noStrike" cap="none">
              <a:solidFill>
                <a:srgbClr val="086072"/>
              </a:solidFill>
              <a:latin typeface="Times New Roman"/>
              <a:ea typeface="Times New Roman"/>
              <a:cs typeface="Times New Roman"/>
              <a:sym typeface="Times New Roman"/>
            </a:endParaRPr>
          </a:p>
          <a:p>
            <a:pPr marL="0" marR="0" lvl="0" indent="0" algn="ctr" rtl="0">
              <a:lnSpc>
                <a:spcPct val="100000"/>
              </a:lnSpc>
              <a:spcBef>
                <a:spcPts val="0"/>
              </a:spcBef>
              <a:spcAft>
                <a:spcPts val="0"/>
              </a:spcAft>
              <a:buClr>
                <a:srgbClr val="086072"/>
              </a:buClr>
              <a:buSzPts val="2400"/>
              <a:buFont typeface="Times New Roman"/>
              <a:buNone/>
            </a:pPr>
            <a:r>
              <a:rPr lang="en-IN" sz="2400" b="1" i="0" u="none" strike="noStrike" cap="none">
                <a:solidFill>
                  <a:srgbClr val="086072"/>
                </a:solidFill>
                <a:latin typeface="Times New Roman"/>
                <a:ea typeface="Times New Roman"/>
                <a:cs typeface="Times New Roman"/>
                <a:sym typeface="Times New Roman"/>
              </a:rPr>
              <a:t>Case study Review 1</a:t>
            </a:r>
            <a:endParaRPr sz="2400" b="1" i="0" u="none" strike="noStrike" cap="none">
              <a:solidFill>
                <a:srgbClr val="086072"/>
              </a:solidFill>
              <a:latin typeface="Times New Roman"/>
              <a:ea typeface="Times New Roman"/>
              <a:cs typeface="Times New Roman"/>
              <a:sym typeface="Times New Roman"/>
            </a:endParaRPr>
          </a:p>
          <a:p>
            <a:pPr marL="0" marR="0" lvl="0" indent="0" algn="ctr" rtl="0">
              <a:lnSpc>
                <a:spcPct val="100000"/>
              </a:lnSpc>
              <a:spcBef>
                <a:spcPts val="0"/>
              </a:spcBef>
              <a:spcAft>
                <a:spcPts val="0"/>
              </a:spcAft>
              <a:buClr>
                <a:srgbClr val="B6114D"/>
              </a:buClr>
              <a:buSzPts val="2000"/>
              <a:buFont typeface="Times New Roman"/>
              <a:buNone/>
            </a:pPr>
            <a:r>
              <a:rPr lang="en-IN" sz="2000" b="1" i="0" u="none" strike="noStrike" cap="none">
                <a:solidFill>
                  <a:srgbClr val="B6114D"/>
                </a:solidFill>
                <a:latin typeface="Times New Roman"/>
                <a:ea typeface="Times New Roman"/>
                <a:cs typeface="Times New Roman"/>
                <a:sym typeface="Times New Roman"/>
              </a:rPr>
              <a:t>Professor – T Senthil Kumar ( CSE)</a:t>
            </a:r>
          </a:p>
        </p:txBody>
      </p:sp>
      <p:sp>
        <p:nvSpPr>
          <p:cNvPr id="5" name="TextBox 4">
            <a:extLst>
              <a:ext uri="{FF2B5EF4-FFF2-40B4-BE49-F238E27FC236}">
                <a16:creationId xmlns:a16="http://schemas.microsoft.com/office/drawing/2014/main" id="{A883D02C-DB3D-099F-38CA-F5552D0764C8}"/>
              </a:ext>
            </a:extLst>
          </p:cNvPr>
          <p:cNvSpPr txBox="1"/>
          <p:nvPr/>
        </p:nvSpPr>
        <p:spPr>
          <a:xfrm>
            <a:off x="865473" y="629186"/>
            <a:ext cx="10116457" cy="2595582"/>
          </a:xfrm>
          <a:prstGeom prst="rect">
            <a:avLst/>
          </a:prstGeom>
          <a:noFill/>
        </p:spPr>
        <p:txBody>
          <a:bodyPr wrap="square" lIns="91440" tIns="45720" rIns="91440" bIns="45720" anchor="t">
            <a:spAutoFit/>
          </a:bodyPr>
          <a:lstStyle/>
          <a:p>
            <a:pPr algn="ctr">
              <a:lnSpc>
                <a:spcPts val="10425"/>
              </a:lnSpc>
              <a:buNone/>
            </a:pPr>
            <a:r>
              <a:rPr lang="en-IN" sz="5000" b="1" i="0">
                <a:solidFill>
                  <a:srgbClr val="FF0000"/>
                </a:solidFill>
                <a:effectLst/>
                <a:latin typeface="Calibri" panose="020F0502020204030204" pitchFamily="34" charset="0"/>
                <a:ea typeface="Calibri" panose="020F0502020204030204" pitchFamily="34" charset="0"/>
                <a:cs typeface="Calibri" panose="020F0502020204030204" pitchFamily="34" charset="0"/>
              </a:rPr>
              <a:t>23CSE461 </a:t>
            </a:r>
            <a:endParaRPr lang="en-IN" sz="5000" b="1" i="0">
              <a:solidFill>
                <a:srgbClr val="FF0000"/>
              </a:solidFill>
              <a:effectLst/>
              <a:latin typeface="Perpetua Titling MT" panose="02020502060505020804" pitchFamily="18" charset="0"/>
              <a:ea typeface="Calibri" panose="020F0502020204030204" pitchFamily="34" charset="0"/>
              <a:cs typeface="Calibri" panose="020F0502020204030204" pitchFamily="34" charset="0"/>
            </a:endParaRPr>
          </a:p>
          <a:p>
            <a:pPr algn="ctr">
              <a:lnSpc>
                <a:spcPts val="10425"/>
              </a:lnSpc>
            </a:pPr>
            <a:r>
              <a:rPr lang="en-IN" sz="5000" b="1">
                <a:solidFill>
                  <a:srgbClr val="FF0000"/>
                </a:solidFill>
                <a:latin typeface="Calibri"/>
                <a:ea typeface="Calibri"/>
                <a:cs typeface="Calibri"/>
              </a:rPr>
              <a:t>NATURAL LANGUAGE PROCESSING</a:t>
            </a:r>
          </a:p>
        </p:txBody>
      </p:sp>
      <p:pic>
        <p:nvPicPr>
          <p:cNvPr id="4098" name="Picture 2">
            <a:hlinkClick r:id="rId3"/>
            <a:extLst>
              <a:ext uri="{FF2B5EF4-FFF2-40B4-BE49-F238E27FC236}">
                <a16:creationId xmlns:a16="http://schemas.microsoft.com/office/drawing/2014/main" id="{AD53C48F-588A-F114-1BCA-BE226FC41DEF}"/>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1252667" y="362971"/>
            <a:ext cx="533400" cy="533400"/>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1026">
          <a:extLst>
            <a:ext uri="{FF2B5EF4-FFF2-40B4-BE49-F238E27FC236}">
              <a16:creationId xmlns:a16="http://schemas.microsoft.com/office/drawing/2014/main" id="{0FCCE3BC-3BAD-AB35-9E12-937AB403F66D}"/>
            </a:ext>
          </a:extLst>
        </p:cNvPr>
        <p:cNvGrpSpPr/>
        <p:nvPr/>
      </p:nvGrpSpPr>
      <p:grpSpPr>
        <a:xfrm>
          <a:off x="0" y="0"/>
          <a:ext cx="0" cy="0"/>
          <a:chOff x="0" y="0"/>
          <a:chExt cx="0" cy="0"/>
        </a:xfrm>
      </p:grpSpPr>
      <p:sp>
        <p:nvSpPr>
          <p:cNvPr id="1027" name="Google Shape;1027;p45">
            <a:extLst>
              <a:ext uri="{FF2B5EF4-FFF2-40B4-BE49-F238E27FC236}">
                <a16:creationId xmlns:a16="http://schemas.microsoft.com/office/drawing/2014/main" id="{C3E8B330-2614-C4CB-CDA5-23F108107F54}"/>
              </a:ext>
            </a:extLst>
          </p:cNvPr>
          <p:cNvSpPr txBox="1">
            <a:spLocks noGrp="1"/>
          </p:cNvSpPr>
          <p:nvPr>
            <p:ph type="ctrTitle"/>
          </p:nvPr>
        </p:nvSpPr>
        <p:spPr>
          <a:xfrm>
            <a:off x="109050" y="-2016"/>
            <a:ext cx="11973900" cy="860100"/>
          </a:xfrm>
          <a:prstGeom prst="rect">
            <a:avLst/>
          </a:prstGeom>
          <a:noFill/>
          <a:ln>
            <a:noFill/>
          </a:ln>
        </p:spPr>
        <p:txBody>
          <a:bodyPr spcFirstLastPara="1" wrap="square" lIns="91425" tIns="45700" rIns="91425" bIns="45700" anchor="b" anchorCtr="0">
            <a:normAutofit fontScale="90000"/>
          </a:bodyPr>
          <a:lstStyle/>
          <a:p>
            <a:pPr>
              <a:lnSpc>
                <a:spcPct val="150000"/>
              </a:lnSpc>
              <a:buClr>
                <a:srgbClr val="086072"/>
              </a:buClr>
              <a:buSzPct val="100000"/>
            </a:pPr>
            <a:r>
              <a:rPr lang="en-IN" sz="3600">
                <a:solidFill>
                  <a:srgbClr val="086072"/>
                </a:solidFill>
              </a:rPr>
              <a:t>LEGAL DOCUMENT SUMMARIZER</a:t>
            </a:r>
          </a:p>
        </p:txBody>
      </p:sp>
      <p:graphicFrame>
        <p:nvGraphicFramePr>
          <p:cNvPr id="2" name="Table 1">
            <a:extLst>
              <a:ext uri="{FF2B5EF4-FFF2-40B4-BE49-F238E27FC236}">
                <a16:creationId xmlns:a16="http://schemas.microsoft.com/office/drawing/2014/main" id="{CCE043AD-284C-F947-811E-90A50AAD56A5}"/>
              </a:ext>
            </a:extLst>
          </p:cNvPr>
          <p:cNvGraphicFramePr>
            <a:graphicFrameLocks noGrp="1"/>
          </p:cNvGraphicFramePr>
          <p:nvPr>
            <p:extLst>
              <p:ext uri="{D42A27DB-BD31-4B8C-83A1-F6EECF244321}">
                <p14:modId xmlns:p14="http://schemas.microsoft.com/office/powerpoint/2010/main" val="3852615689"/>
              </p:ext>
            </p:extLst>
          </p:nvPr>
        </p:nvGraphicFramePr>
        <p:xfrm>
          <a:off x="394497" y="850826"/>
          <a:ext cx="11410700" cy="3386149"/>
        </p:xfrm>
        <a:graphic>
          <a:graphicData uri="http://schemas.openxmlformats.org/drawingml/2006/table">
            <a:tbl>
              <a:tblPr firstRow="1" bandRow="1">
                <a:tableStyleId>{B229F12B-DD2F-434A-8BDD-88915C9BCD54}</a:tableStyleId>
              </a:tblPr>
              <a:tblGrid>
                <a:gridCol w="2282140">
                  <a:extLst>
                    <a:ext uri="{9D8B030D-6E8A-4147-A177-3AD203B41FA5}">
                      <a16:colId xmlns:a16="http://schemas.microsoft.com/office/drawing/2014/main" val="2695041279"/>
                    </a:ext>
                  </a:extLst>
                </a:gridCol>
                <a:gridCol w="2282140">
                  <a:extLst>
                    <a:ext uri="{9D8B030D-6E8A-4147-A177-3AD203B41FA5}">
                      <a16:colId xmlns:a16="http://schemas.microsoft.com/office/drawing/2014/main" val="2356188089"/>
                    </a:ext>
                  </a:extLst>
                </a:gridCol>
                <a:gridCol w="2282140">
                  <a:extLst>
                    <a:ext uri="{9D8B030D-6E8A-4147-A177-3AD203B41FA5}">
                      <a16:colId xmlns:a16="http://schemas.microsoft.com/office/drawing/2014/main" val="1426936652"/>
                    </a:ext>
                  </a:extLst>
                </a:gridCol>
                <a:gridCol w="2282140">
                  <a:extLst>
                    <a:ext uri="{9D8B030D-6E8A-4147-A177-3AD203B41FA5}">
                      <a16:colId xmlns:a16="http://schemas.microsoft.com/office/drawing/2014/main" val="3827750167"/>
                    </a:ext>
                  </a:extLst>
                </a:gridCol>
                <a:gridCol w="2282140">
                  <a:extLst>
                    <a:ext uri="{9D8B030D-6E8A-4147-A177-3AD203B41FA5}">
                      <a16:colId xmlns:a16="http://schemas.microsoft.com/office/drawing/2014/main" val="1476292282"/>
                    </a:ext>
                  </a:extLst>
                </a:gridCol>
              </a:tblGrid>
              <a:tr h="370840">
                <a:tc gridSpan="5">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lang="en-IN" sz="1800" b="1"/>
                        <a:t>TEAM NUMBER - 4</a:t>
                      </a:r>
                    </a:p>
                  </a:txBody>
                  <a:tcPr anchor="ctr"/>
                </a:tc>
                <a:tc hMerge="1">
                  <a:txBody>
                    <a:bodyPr/>
                    <a:lstStyle/>
                    <a:p>
                      <a:endParaRPr lang="en-IN"/>
                    </a:p>
                  </a:txBody>
                  <a:tcPr/>
                </a:tc>
                <a:tc hMerge="1">
                  <a:txBody>
                    <a:bodyPr/>
                    <a:lstStyle/>
                    <a:p>
                      <a:endParaRPr lang="en-IN"/>
                    </a:p>
                  </a:txBody>
                  <a:tcPr/>
                </a:tc>
                <a:tc hMerge="1">
                  <a:txBody>
                    <a:bodyPr/>
                    <a:lstStyle/>
                    <a:p>
                      <a:endParaRPr lang="en-IN"/>
                    </a:p>
                  </a:txBody>
                  <a:tcPr/>
                </a:tc>
                <a:tc hMerge="1">
                  <a:txBody>
                    <a:bodyPr/>
                    <a:lstStyle/>
                    <a:p>
                      <a:endParaRPr lang="en-IN"/>
                    </a:p>
                  </a:txBody>
                  <a:tcPr/>
                </a:tc>
                <a:extLst>
                  <a:ext uri="{0D108BD9-81ED-4DB2-BD59-A6C34878D82A}">
                    <a16:rowId xmlns:a16="http://schemas.microsoft.com/office/drawing/2014/main" val="493542243"/>
                  </a:ext>
                </a:extLst>
              </a:tr>
              <a:tr h="370840">
                <a:tc>
                  <a:txBody>
                    <a:bodyPr/>
                    <a:lstStyle/>
                    <a:p>
                      <a:pPr algn="ctr"/>
                      <a:r>
                        <a:rPr lang="en-IN" sz="1600" b="1"/>
                        <a:t>NAME</a:t>
                      </a:r>
                    </a:p>
                  </a:txBody>
                  <a:tcPr anchor="ctr"/>
                </a:tc>
                <a:tc>
                  <a:txBody>
                    <a:bodyPr/>
                    <a:lstStyle/>
                    <a:p>
                      <a:pPr algn="ctr"/>
                      <a:r>
                        <a:rPr lang="en-IN" sz="1600" b="1"/>
                        <a:t>ROLL NUMBER</a:t>
                      </a:r>
                    </a:p>
                  </a:txBody>
                  <a:tcPr anchor="ctr"/>
                </a:tc>
                <a:tc>
                  <a:txBody>
                    <a:bodyPr/>
                    <a:lstStyle/>
                    <a:p>
                      <a:pPr algn="ctr"/>
                      <a:r>
                        <a:rPr lang="en-IN" sz="1600" b="1"/>
                        <a:t>GITHUB URL</a:t>
                      </a:r>
                    </a:p>
                  </a:txBody>
                  <a:tcPr anchor="ctr"/>
                </a:tc>
                <a:tc>
                  <a:txBody>
                    <a:bodyPr/>
                    <a:lstStyle/>
                    <a:p>
                      <a:pPr algn="ctr"/>
                      <a:r>
                        <a:rPr lang="en-IN" sz="1600" b="1"/>
                        <a:t>COLLEGE MAIL ID</a:t>
                      </a:r>
                    </a:p>
                  </a:txBody>
                  <a:tcPr anchor="ctr"/>
                </a:tc>
                <a:tc>
                  <a:txBody>
                    <a:bodyPr/>
                    <a:lstStyle/>
                    <a:p>
                      <a:pPr algn="ctr"/>
                      <a:r>
                        <a:rPr lang="en-IN" b="1"/>
                        <a:t>MOBILE NUMBER</a:t>
                      </a:r>
                    </a:p>
                  </a:txBody>
                  <a:tcPr anchor="ctr"/>
                </a:tc>
                <a:extLst>
                  <a:ext uri="{0D108BD9-81ED-4DB2-BD59-A6C34878D82A}">
                    <a16:rowId xmlns:a16="http://schemas.microsoft.com/office/drawing/2014/main" val="2075334891"/>
                  </a:ext>
                </a:extLst>
              </a:tr>
              <a:tr h="370840">
                <a:tc>
                  <a:txBody>
                    <a:bodyPr/>
                    <a:lstStyle/>
                    <a:p>
                      <a:pPr algn="ctr" fontAlgn="b">
                        <a:buNone/>
                      </a:pPr>
                      <a:r>
                        <a:rPr lang="en-IN" sz="1600" b="0" i="0" u="none" strike="noStrike">
                          <a:solidFill>
                            <a:srgbClr val="000000"/>
                          </a:solidFill>
                          <a:effectLst/>
                          <a:latin typeface="Calibri"/>
                        </a:rPr>
                        <a:t>  Akula Manideep Reddy</a:t>
                      </a:r>
                    </a:p>
                  </a:txBody>
                  <a:tcPr marL="4763" marR="4763" marT="4763" anchor="ctr"/>
                </a:tc>
                <a:tc>
                  <a:txBody>
                    <a:bodyPr/>
                    <a:lstStyle/>
                    <a:p>
                      <a:pPr algn="ctr" fontAlgn="b">
                        <a:buNone/>
                      </a:pPr>
                      <a:r>
                        <a:rPr lang="en-IN" sz="1600" b="0" i="0" u="none" strike="noStrike">
                          <a:solidFill>
                            <a:srgbClr val="000000"/>
                          </a:solidFill>
                          <a:effectLst/>
                          <a:latin typeface="Calibri"/>
                        </a:rPr>
                        <a:t>CB.SC.U4CSE24462</a:t>
                      </a:r>
                      <a:endParaRPr lang="en-IN" sz="1600" b="0" i="0" u="none" strike="noStrike">
                        <a:solidFill>
                          <a:srgbClr val="000000"/>
                        </a:solidFill>
                        <a:effectLst/>
                        <a:latin typeface="Calibri" panose="020F0502020204030204" pitchFamily="34" charset="0"/>
                      </a:endParaRPr>
                    </a:p>
                  </a:txBody>
                  <a:tcPr marL="4763" marR="4763" marT="4763" anchor="ctr"/>
                </a:tc>
                <a:tc>
                  <a:txBody>
                    <a:bodyPr/>
                    <a:lstStyle/>
                    <a:p>
                      <a:pPr lvl="0" algn="ctr">
                        <a:buNone/>
                      </a:pPr>
                      <a:r>
                        <a:rPr lang="en-IN" sz="1600" b="0" i="0" u="none" strike="noStrike" noProof="0">
                          <a:latin typeface="Calibri"/>
                          <a:ea typeface="Calibri"/>
                          <a:cs typeface="Calibri"/>
                          <a:hlinkClick r:id="rId3"/>
                        </a:rPr>
                        <a:t>https://github.com/MANIDEEP2407-SYS</a:t>
                      </a:r>
                      <a:endParaRPr lang="en-US"/>
                    </a:p>
                  </a:txBody>
                  <a:tcPr anchor="ctr"/>
                </a:tc>
                <a:tc>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lang="en-IN" sz="1600" b="1">
                          <a:hlinkClick r:id="rId4"/>
                        </a:rPr>
                        <a:t>cb.sc.u4cse24462@cb.students.amrita.edu</a:t>
                      </a:r>
                      <a:endParaRPr lang="en-IN" sz="1600" b="1"/>
                    </a:p>
                  </a:txBody>
                  <a:tcPr anchor="ctr"/>
                </a:tc>
                <a:tc>
                  <a:txBody>
                    <a:bodyPr/>
                    <a:lstStyle/>
                    <a:p>
                      <a:pPr lvl="0" algn="ctr">
                        <a:buNone/>
                      </a:pPr>
                      <a:r>
                        <a:rPr lang="en-IN" sz="1400" b="1" i="0" u="none" strike="noStrike" noProof="0">
                          <a:latin typeface="Calibri"/>
                          <a:ea typeface="Calibri"/>
                          <a:cs typeface="Calibri"/>
                        </a:rPr>
                        <a:t>9888561561</a:t>
                      </a:r>
                      <a:endParaRPr lang="en-US" b="1"/>
                    </a:p>
                  </a:txBody>
                  <a:tcPr anchor="ctr"/>
                </a:tc>
                <a:extLst>
                  <a:ext uri="{0D108BD9-81ED-4DB2-BD59-A6C34878D82A}">
                    <a16:rowId xmlns:a16="http://schemas.microsoft.com/office/drawing/2014/main" val="1033306112"/>
                  </a:ext>
                </a:extLst>
              </a:tr>
              <a:tr h="621195">
                <a:tc>
                  <a:txBody>
                    <a:bodyPr/>
                    <a:lstStyle/>
                    <a:p>
                      <a:pPr algn="ctr"/>
                      <a:r>
                        <a:rPr lang="en-IN" sz="1600" b="0"/>
                        <a:t>Mahima R Iyer</a:t>
                      </a:r>
                    </a:p>
                  </a:txBody>
                  <a:tcPr anchor="ctr"/>
                </a:tc>
                <a:tc>
                  <a:txBody>
                    <a:bodyPr/>
                    <a:lstStyle/>
                    <a:p>
                      <a:pPr algn="ctr" fontAlgn="b">
                        <a:buNone/>
                      </a:pPr>
                      <a:r>
                        <a:rPr lang="en-IN" sz="1600" b="0" i="0" u="none" strike="noStrike">
                          <a:solidFill>
                            <a:srgbClr val="000000"/>
                          </a:solidFill>
                          <a:effectLst/>
                          <a:latin typeface="Calibri"/>
                        </a:rPr>
                        <a:t>CB.SC.U4CSE24732</a:t>
                      </a:r>
                      <a:endParaRPr lang="en-IN" sz="1600" b="0" i="0" u="none" strike="noStrike">
                        <a:solidFill>
                          <a:srgbClr val="000000"/>
                        </a:solidFill>
                        <a:effectLst/>
                        <a:latin typeface="Calibri" panose="020F0502020204030204" pitchFamily="34" charset="0"/>
                      </a:endParaRPr>
                    </a:p>
                  </a:txBody>
                  <a:tcPr marL="4763" marR="4763" marT="4763" anchor="ctr"/>
                </a:tc>
                <a:tc>
                  <a:txBody>
                    <a:bodyPr/>
                    <a:lstStyle/>
                    <a:p>
                      <a:pPr lvl="0" algn="ctr">
                        <a:buNone/>
                      </a:pPr>
                      <a:r>
                        <a:rPr lang="en-IN" sz="1600" b="0" i="0" u="none" strike="noStrike" noProof="0">
                          <a:latin typeface="Calibri"/>
                          <a:ea typeface="Calibri"/>
                          <a:cs typeface="Calibri"/>
                          <a:hlinkClick r:id="rId5"/>
                        </a:rPr>
                        <a:t>https://github.com/mahima1006</a:t>
                      </a:r>
                      <a:endParaRPr lang="en-US"/>
                    </a:p>
                  </a:txBody>
                  <a:tcPr anchor="ctr"/>
                </a:tc>
                <a:tc>
                  <a:txBody>
                    <a:bodyPr/>
                    <a:lstStyle/>
                    <a:p>
                      <a:pPr algn="ctr"/>
                      <a:r>
                        <a:rPr lang="en-IN" sz="1600" b="1">
                          <a:hlinkClick r:id="rId4"/>
                        </a:rPr>
                        <a:t>cb.sc.u4cse24732@cb.students.amrita.edu</a:t>
                      </a:r>
                      <a:endParaRPr lang="en-IN" sz="1600" b="1"/>
                    </a:p>
                  </a:txBody>
                  <a:tcPr anchor="ctr"/>
                </a:tc>
                <a:tc>
                  <a:txBody>
                    <a:bodyPr/>
                    <a:lstStyle/>
                    <a:p>
                      <a:pPr algn="ctr"/>
                      <a:r>
                        <a:rPr lang="en-IN" b="1"/>
                        <a:t>9994282145</a:t>
                      </a:r>
                    </a:p>
                  </a:txBody>
                  <a:tcPr anchor="ctr"/>
                </a:tc>
                <a:extLst>
                  <a:ext uri="{0D108BD9-81ED-4DB2-BD59-A6C34878D82A}">
                    <a16:rowId xmlns:a16="http://schemas.microsoft.com/office/drawing/2014/main" val="2780252474"/>
                  </a:ext>
                </a:extLst>
              </a:tr>
              <a:tr h="621194">
                <a:tc>
                  <a:txBody>
                    <a:bodyPr/>
                    <a:lstStyle/>
                    <a:p>
                      <a:pPr lvl="0" algn="ctr">
                        <a:buNone/>
                      </a:pPr>
                      <a:r>
                        <a:rPr lang="en-IN" sz="1600" b="0"/>
                        <a:t>Samanyu Nair</a:t>
                      </a:r>
                    </a:p>
                  </a:txBody>
                  <a:tcPr anchor="ctr"/>
                </a:tc>
                <a:tc>
                  <a:txBody>
                    <a:bodyPr/>
                    <a:lstStyle/>
                    <a:p>
                      <a:pPr lvl="0" algn="ctr">
                        <a:buNone/>
                      </a:pPr>
                      <a:r>
                        <a:rPr lang="en-IN" sz="1600" b="0" i="0" u="none" strike="noStrike" noProof="0">
                          <a:solidFill>
                            <a:srgbClr val="000000"/>
                          </a:solidFill>
                          <a:effectLst/>
                          <a:latin typeface="Calibri"/>
                          <a:ea typeface="Calibri"/>
                          <a:cs typeface="Calibri"/>
                        </a:rPr>
                        <a:t>CB.SC.U4CSE24745</a:t>
                      </a:r>
                      <a:endParaRPr lang="en-US"/>
                    </a:p>
                  </a:txBody>
                  <a:tcPr marL="4762" marR="4762" marT="4762" anchor="ctr"/>
                </a:tc>
                <a:tc>
                  <a:txBody>
                    <a:bodyPr/>
                    <a:lstStyle/>
                    <a:p>
                      <a:pPr lvl="0" algn="ctr">
                        <a:buNone/>
                      </a:pPr>
                      <a:r>
                        <a:rPr lang="en-IN" sz="1600" b="0" i="0" u="none" strike="noStrike" noProof="0">
                          <a:latin typeface="Calibri"/>
                          <a:ea typeface="Calibri"/>
                          <a:cs typeface="Calibri"/>
                          <a:hlinkClick r:id="rId6"/>
                        </a:rPr>
                        <a:t>https://github.com/SamanyuNair</a:t>
                      </a:r>
                      <a:endParaRPr lang="en-US"/>
                    </a:p>
                  </a:txBody>
                  <a:tcPr anchor="ctr"/>
                </a:tc>
                <a:tc>
                  <a:txBody>
                    <a:bodyPr/>
                    <a:lstStyle/>
                    <a:p>
                      <a:pPr lvl="0" algn="ctr">
                        <a:buNone/>
                      </a:pPr>
                      <a:r>
                        <a:rPr lang="en-IN" sz="1600" b="1" i="0" u="none" strike="noStrike" noProof="0">
                          <a:latin typeface="Calibri"/>
                          <a:ea typeface="Calibri"/>
                          <a:cs typeface="Calibri"/>
                          <a:hlinkClick r:id="rId4"/>
                        </a:rPr>
                        <a:t>cb.sc.u4cse24745@cb.students.amrita.edu</a:t>
                      </a:r>
                      <a:endParaRPr lang="en-US"/>
                    </a:p>
                  </a:txBody>
                  <a:tcPr anchor="ctr"/>
                </a:tc>
                <a:tc>
                  <a:txBody>
                    <a:bodyPr/>
                    <a:lstStyle/>
                    <a:p>
                      <a:pPr lvl="0" algn="ctr">
                        <a:buNone/>
                      </a:pPr>
                      <a:r>
                        <a:rPr lang="en-IN" b="1"/>
                        <a:t>9539544726</a:t>
                      </a:r>
                    </a:p>
                  </a:txBody>
                  <a:tcPr anchor="ctr"/>
                </a:tc>
                <a:extLst>
                  <a:ext uri="{0D108BD9-81ED-4DB2-BD59-A6C34878D82A}">
                    <a16:rowId xmlns:a16="http://schemas.microsoft.com/office/drawing/2014/main" val="1554434247"/>
                  </a:ext>
                </a:extLst>
              </a:tr>
              <a:tr h="370840">
                <a:tc>
                  <a:txBody>
                    <a:bodyPr/>
                    <a:lstStyle/>
                    <a:p>
                      <a:pPr algn="ctr"/>
                      <a:r>
                        <a:rPr lang="en-IN" sz="1600" b="0" err="1"/>
                        <a:t>Sivasubramani</a:t>
                      </a:r>
                      <a:r>
                        <a:rPr lang="en-IN" sz="1600" b="0"/>
                        <a:t> K J</a:t>
                      </a:r>
                      <a:endParaRPr lang="en-IN" sz="1600" b="0" err="1"/>
                    </a:p>
                  </a:txBody>
                  <a:tcPr anchor="ctr"/>
                </a:tc>
                <a:tc>
                  <a:txBody>
                    <a:bodyPr/>
                    <a:lstStyle/>
                    <a:p>
                      <a:pPr lvl="0" algn="ctr">
                        <a:buNone/>
                      </a:pPr>
                      <a:r>
                        <a:rPr lang="en-IN" sz="1600" b="0" i="0" u="none" strike="noStrike">
                          <a:solidFill>
                            <a:srgbClr val="000000"/>
                          </a:solidFill>
                          <a:effectLst/>
                          <a:latin typeface="Calibri"/>
                        </a:rPr>
                        <a:t>CB.SC.U4CSE24752</a:t>
                      </a:r>
                      <a:endParaRPr lang="en-IN" sz="1600" b="0" i="0" u="none" strike="noStrike">
                        <a:solidFill>
                          <a:srgbClr val="000000"/>
                        </a:solidFill>
                        <a:effectLst/>
                        <a:latin typeface="Calibri" panose="020F0502020204030204" pitchFamily="34" charset="0"/>
                      </a:endParaRPr>
                    </a:p>
                  </a:txBody>
                  <a:tcPr marL="4763" marR="4763" marT="4763" anchor="ctr"/>
                </a:tc>
                <a:tc>
                  <a:txBody>
                    <a:bodyPr/>
                    <a:lstStyle/>
                    <a:p>
                      <a:pPr lvl="0" algn="ctr">
                        <a:buNone/>
                      </a:pPr>
                      <a:r>
                        <a:rPr lang="en-IN" sz="1600" b="0" i="0" u="none" strike="noStrike" noProof="0">
                          <a:latin typeface="Calibri"/>
                          <a:ea typeface="Calibri"/>
                          <a:cs typeface="Calibri"/>
                          <a:hlinkClick r:id="rId7"/>
                        </a:rPr>
                        <a:t>Phyboc (https://github.com/Phyboc)</a:t>
                      </a:r>
                      <a:endParaRPr lang="en-IN" sz="1600" b="0" i="0" u="none" strike="noStrike" noProof="0">
                        <a:latin typeface="Calibri"/>
                        <a:ea typeface="Calibri"/>
                        <a:cs typeface="Calibri"/>
                      </a:endParaRPr>
                    </a:p>
                  </a:txBody>
                  <a:tcPr anchor="ctr"/>
                </a:tc>
                <a:tc>
                  <a:txBody>
                    <a:bodyPr/>
                    <a:lstStyle/>
                    <a:p>
                      <a:pPr marL="0" marR="0" lvl="0" indent="0" algn="ctr" defTabSz="914400">
                        <a:lnSpc>
                          <a:spcPct val="100000"/>
                        </a:lnSpc>
                        <a:spcBef>
                          <a:spcPts val="0"/>
                        </a:spcBef>
                        <a:spcAft>
                          <a:spcPts val="0"/>
                        </a:spcAft>
                        <a:buNone/>
                        <a:tabLst/>
                        <a:defRPr/>
                      </a:pPr>
                      <a:r>
                        <a:rPr lang="en-IN" sz="1600" b="1" i="0" u="none" strike="noStrike" noProof="0">
                          <a:latin typeface="Calibri"/>
                          <a:ea typeface="Calibri"/>
                          <a:cs typeface="Calibri"/>
                          <a:hlinkClick r:id="rId4"/>
                        </a:rPr>
                        <a:t>cb.sc.u4cse24752@cb.students.amrita.edu</a:t>
                      </a:r>
                      <a:endParaRPr lang="en-IN" sz="1600" b="1"/>
                    </a:p>
                  </a:txBody>
                  <a:tcPr anchor="ctr"/>
                </a:tc>
                <a:tc>
                  <a:txBody>
                    <a:bodyPr/>
                    <a:lstStyle/>
                    <a:p>
                      <a:pPr lvl="0" algn="ctr">
                        <a:buNone/>
                      </a:pPr>
                      <a:r>
                        <a:rPr lang="en-IN" b="1"/>
                        <a:t>9445819683</a:t>
                      </a:r>
                    </a:p>
                  </a:txBody>
                  <a:tcPr anchor="ctr"/>
                </a:tc>
                <a:extLst>
                  <a:ext uri="{0D108BD9-81ED-4DB2-BD59-A6C34878D82A}">
                    <a16:rowId xmlns:a16="http://schemas.microsoft.com/office/drawing/2014/main" val="1924407086"/>
                  </a:ext>
                </a:extLst>
              </a:tr>
            </a:tbl>
          </a:graphicData>
        </a:graphic>
      </p:graphicFrame>
      <p:pic>
        <p:nvPicPr>
          <p:cNvPr id="3" name="Picture 2" descr="A person with curly hair wearing a blue shirt&#10;&#10;AI-generated content may be incorrect.">
            <a:extLst>
              <a:ext uri="{FF2B5EF4-FFF2-40B4-BE49-F238E27FC236}">
                <a16:creationId xmlns:a16="http://schemas.microsoft.com/office/drawing/2014/main" id="{1B0CB9B3-2F01-6E78-2FB2-A575DDDCDC98}"/>
              </a:ext>
            </a:extLst>
          </p:cNvPr>
          <p:cNvPicPr>
            <a:picLocks noChangeAspect="1"/>
          </p:cNvPicPr>
          <p:nvPr/>
        </p:nvPicPr>
        <p:blipFill>
          <a:blip r:embed="rId8"/>
          <a:stretch>
            <a:fillRect/>
          </a:stretch>
        </p:blipFill>
        <p:spPr>
          <a:xfrm>
            <a:off x="1327830" y="4296456"/>
            <a:ext cx="1161597" cy="1487261"/>
          </a:xfrm>
          <a:prstGeom prst="rect">
            <a:avLst/>
          </a:prstGeom>
        </p:spPr>
      </p:pic>
      <p:pic>
        <p:nvPicPr>
          <p:cNvPr id="5" name="Picture 4" descr="A person with glasses and a blue shirt&#10;&#10;AI-generated content may be incorrect.">
            <a:extLst>
              <a:ext uri="{FF2B5EF4-FFF2-40B4-BE49-F238E27FC236}">
                <a16:creationId xmlns:a16="http://schemas.microsoft.com/office/drawing/2014/main" id="{1798F29E-CE0D-69BE-B597-0934FE2000A8}"/>
              </a:ext>
            </a:extLst>
          </p:cNvPr>
          <p:cNvPicPr>
            <a:picLocks noChangeAspect="1"/>
          </p:cNvPicPr>
          <p:nvPr/>
        </p:nvPicPr>
        <p:blipFill>
          <a:blip r:embed="rId9"/>
          <a:stretch>
            <a:fillRect/>
          </a:stretch>
        </p:blipFill>
        <p:spPr>
          <a:xfrm>
            <a:off x="6632802" y="4296455"/>
            <a:ext cx="1176110" cy="1494518"/>
          </a:xfrm>
          <a:prstGeom prst="rect">
            <a:avLst/>
          </a:prstGeom>
        </p:spPr>
      </p:pic>
      <p:pic>
        <p:nvPicPr>
          <p:cNvPr id="6" name="Picture 5" descr="A person in a suit and tie&#10;&#10;AI-generated content may be incorrect.">
            <a:extLst>
              <a:ext uri="{FF2B5EF4-FFF2-40B4-BE49-F238E27FC236}">
                <a16:creationId xmlns:a16="http://schemas.microsoft.com/office/drawing/2014/main" id="{C837916A-5343-83B0-CFEE-83E17A6E158D}"/>
              </a:ext>
            </a:extLst>
          </p:cNvPr>
          <p:cNvPicPr>
            <a:picLocks noChangeAspect="1"/>
          </p:cNvPicPr>
          <p:nvPr/>
        </p:nvPicPr>
        <p:blipFill>
          <a:blip r:embed="rId10"/>
          <a:stretch>
            <a:fillRect/>
          </a:stretch>
        </p:blipFill>
        <p:spPr>
          <a:xfrm>
            <a:off x="9014870" y="4310743"/>
            <a:ext cx="1375859" cy="1494972"/>
          </a:xfrm>
          <a:prstGeom prst="rect">
            <a:avLst/>
          </a:prstGeom>
        </p:spPr>
      </p:pic>
      <p:sp>
        <p:nvSpPr>
          <p:cNvPr id="7" name="TextBox 6">
            <a:extLst>
              <a:ext uri="{FF2B5EF4-FFF2-40B4-BE49-F238E27FC236}">
                <a16:creationId xmlns:a16="http://schemas.microsoft.com/office/drawing/2014/main" id="{B420644B-87A8-312C-7ACE-58B30A714666}"/>
              </a:ext>
            </a:extLst>
          </p:cNvPr>
          <p:cNvSpPr txBox="1"/>
          <p:nvPr/>
        </p:nvSpPr>
        <p:spPr>
          <a:xfrm>
            <a:off x="1297412" y="5822625"/>
            <a:ext cx="1194736" cy="246221"/>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000"/>
              <a:t>MAHIMA R IYER</a:t>
            </a:r>
          </a:p>
        </p:txBody>
      </p:sp>
      <p:sp>
        <p:nvSpPr>
          <p:cNvPr id="8" name="TextBox 7">
            <a:extLst>
              <a:ext uri="{FF2B5EF4-FFF2-40B4-BE49-F238E27FC236}">
                <a16:creationId xmlns:a16="http://schemas.microsoft.com/office/drawing/2014/main" id="{54861273-7C6F-52B8-D4F4-3C0C8FE3A68C}"/>
              </a:ext>
            </a:extLst>
          </p:cNvPr>
          <p:cNvSpPr txBox="1"/>
          <p:nvPr/>
        </p:nvSpPr>
        <p:spPr>
          <a:xfrm>
            <a:off x="3825577" y="5868721"/>
            <a:ext cx="1174308" cy="246221"/>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000"/>
              <a:t>SAMANYU NAIR</a:t>
            </a:r>
          </a:p>
        </p:txBody>
      </p:sp>
      <p:sp>
        <p:nvSpPr>
          <p:cNvPr id="9" name="TextBox 8">
            <a:extLst>
              <a:ext uri="{FF2B5EF4-FFF2-40B4-BE49-F238E27FC236}">
                <a16:creationId xmlns:a16="http://schemas.microsoft.com/office/drawing/2014/main" id="{8DD8E66C-8E39-FD1F-E62A-ECD9DBA3B0F4}"/>
              </a:ext>
            </a:extLst>
          </p:cNvPr>
          <p:cNvSpPr txBox="1"/>
          <p:nvPr/>
        </p:nvSpPr>
        <p:spPr>
          <a:xfrm>
            <a:off x="6492971" y="5834585"/>
            <a:ext cx="1517543" cy="246221"/>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000"/>
              <a:t>SIVASUBRAMANI K J</a:t>
            </a:r>
          </a:p>
        </p:txBody>
      </p:sp>
      <p:sp>
        <p:nvSpPr>
          <p:cNvPr id="10" name="TextBox 9">
            <a:extLst>
              <a:ext uri="{FF2B5EF4-FFF2-40B4-BE49-F238E27FC236}">
                <a16:creationId xmlns:a16="http://schemas.microsoft.com/office/drawing/2014/main" id="{5EF670B9-09DA-BA2D-A1DE-323914D1C2D3}"/>
              </a:ext>
            </a:extLst>
          </p:cNvPr>
          <p:cNvSpPr txBox="1"/>
          <p:nvPr/>
        </p:nvSpPr>
        <p:spPr>
          <a:xfrm>
            <a:off x="8849653" y="5846950"/>
            <a:ext cx="1858090" cy="246221"/>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000"/>
              <a:t>AKULA MANIDEEP REDDY</a:t>
            </a:r>
          </a:p>
        </p:txBody>
      </p:sp>
      <p:pic>
        <p:nvPicPr>
          <p:cNvPr id="11" name="Picture 10" descr="A person wearing glasses and a red shirt&#10;&#10;AI-generated content may be incorrect.">
            <a:extLst>
              <a:ext uri="{FF2B5EF4-FFF2-40B4-BE49-F238E27FC236}">
                <a16:creationId xmlns:a16="http://schemas.microsoft.com/office/drawing/2014/main" id="{0C39432F-AEFB-4895-BBE5-711974B18739}"/>
              </a:ext>
            </a:extLst>
          </p:cNvPr>
          <p:cNvPicPr>
            <a:picLocks noChangeAspect="1"/>
          </p:cNvPicPr>
          <p:nvPr/>
        </p:nvPicPr>
        <p:blipFill>
          <a:blip r:embed="rId11"/>
          <a:stretch>
            <a:fillRect/>
          </a:stretch>
        </p:blipFill>
        <p:spPr>
          <a:xfrm>
            <a:off x="3766231" y="4281940"/>
            <a:ext cx="1299483" cy="1523547"/>
          </a:xfrm>
          <a:prstGeom prst="rect">
            <a:avLst/>
          </a:prstGeom>
        </p:spPr>
      </p:pic>
    </p:spTree>
    <p:extLst>
      <p:ext uri="{BB962C8B-B14F-4D97-AF65-F5344CB8AC3E}">
        <p14:creationId xmlns:p14="http://schemas.microsoft.com/office/powerpoint/2010/main" val="180550384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Table 4">
            <a:extLst>
              <a:ext uri="{FF2B5EF4-FFF2-40B4-BE49-F238E27FC236}">
                <a16:creationId xmlns:a16="http://schemas.microsoft.com/office/drawing/2014/main" id="{40943FF2-3938-7EA7-C7CF-7A94D20D6299}"/>
              </a:ext>
            </a:extLst>
          </p:cNvPr>
          <p:cNvGraphicFramePr>
            <a:graphicFrameLocks noGrp="1"/>
          </p:cNvGraphicFramePr>
          <p:nvPr>
            <p:extLst>
              <p:ext uri="{D42A27DB-BD31-4B8C-83A1-F6EECF244321}">
                <p14:modId xmlns:p14="http://schemas.microsoft.com/office/powerpoint/2010/main" val="468509397"/>
              </p:ext>
            </p:extLst>
          </p:nvPr>
        </p:nvGraphicFramePr>
        <p:xfrm>
          <a:off x="541528" y="1658620"/>
          <a:ext cx="10833607" cy="3368038"/>
        </p:xfrm>
        <a:graphic>
          <a:graphicData uri="http://schemas.openxmlformats.org/drawingml/2006/table">
            <a:tbl>
              <a:tblPr firstRow="1" bandRow="1">
                <a:tableStyleId>{B229F12B-DD2F-434A-8BDD-88915C9BCD54}</a:tableStyleId>
              </a:tblPr>
              <a:tblGrid>
                <a:gridCol w="2457703">
                  <a:extLst>
                    <a:ext uri="{9D8B030D-6E8A-4147-A177-3AD203B41FA5}">
                      <a16:colId xmlns:a16="http://schemas.microsoft.com/office/drawing/2014/main" val="610516416"/>
                    </a:ext>
                  </a:extLst>
                </a:gridCol>
                <a:gridCol w="2578607">
                  <a:extLst>
                    <a:ext uri="{9D8B030D-6E8A-4147-A177-3AD203B41FA5}">
                      <a16:colId xmlns:a16="http://schemas.microsoft.com/office/drawing/2014/main" val="2482009714"/>
                    </a:ext>
                  </a:extLst>
                </a:gridCol>
                <a:gridCol w="5797297">
                  <a:extLst>
                    <a:ext uri="{9D8B030D-6E8A-4147-A177-3AD203B41FA5}">
                      <a16:colId xmlns:a16="http://schemas.microsoft.com/office/drawing/2014/main" val="787931111"/>
                    </a:ext>
                  </a:extLst>
                </a:gridCol>
              </a:tblGrid>
              <a:tr h="370840">
                <a:tc>
                  <a:txBody>
                    <a:bodyPr/>
                    <a:lstStyle/>
                    <a:p>
                      <a:pPr rtl="0">
                        <a:buNone/>
                      </a:pPr>
                      <a:r>
                        <a:rPr lang="en-IN" b="1">
                          <a:solidFill>
                            <a:srgbClr val="1F1F1F"/>
                          </a:solidFill>
                          <a:effectLst/>
                          <a:latin typeface="Google Sans Text"/>
                        </a:rPr>
                        <a:t>Collaborator Category</a:t>
                      </a:r>
                      <a:endParaRPr lang="en-IN">
                        <a:solidFill>
                          <a:srgbClr val="1F1F1F"/>
                        </a:solidFill>
                        <a:effectLst/>
                        <a:latin typeface="Google Sans Text"/>
                      </a:endParaRPr>
                    </a:p>
                  </a:txBody>
                  <a:tcPr marL="76200" marR="76200" marT="50800" marB="50800" anchor="ctr"/>
                </a:tc>
                <a:tc>
                  <a:txBody>
                    <a:bodyPr/>
                    <a:lstStyle/>
                    <a:p>
                      <a:pPr rtl="0">
                        <a:buNone/>
                      </a:pPr>
                      <a:r>
                        <a:rPr lang="en-IN" b="1">
                          <a:solidFill>
                            <a:srgbClr val="1F1F1F"/>
                          </a:solidFill>
                          <a:effectLst/>
                          <a:latin typeface="Google Sans Text"/>
                        </a:rPr>
                        <a:t>Role &amp; Expertise</a:t>
                      </a:r>
                      <a:endParaRPr lang="en-IN">
                        <a:solidFill>
                          <a:srgbClr val="1F1F1F"/>
                        </a:solidFill>
                        <a:effectLst/>
                        <a:latin typeface="Google Sans Text"/>
                      </a:endParaRPr>
                    </a:p>
                  </a:txBody>
                  <a:tcPr marL="76200" marR="76200" marT="50800" marB="50800" anchor="ctr"/>
                </a:tc>
                <a:tc>
                  <a:txBody>
                    <a:bodyPr/>
                    <a:lstStyle/>
                    <a:p>
                      <a:pPr rtl="0">
                        <a:buNone/>
                      </a:pPr>
                      <a:r>
                        <a:rPr lang="en-US" b="1">
                          <a:solidFill>
                            <a:srgbClr val="1F1F1F"/>
                          </a:solidFill>
                          <a:effectLst/>
                          <a:latin typeface="Google Sans Text"/>
                        </a:rPr>
                        <a:t>Specific Responsibility in Campus Bites</a:t>
                      </a:r>
                      <a:endParaRPr lang="en-US">
                        <a:solidFill>
                          <a:srgbClr val="1F1F1F"/>
                        </a:solidFill>
                        <a:effectLst/>
                        <a:latin typeface="Google Sans Text"/>
                      </a:endParaRPr>
                    </a:p>
                  </a:txBody>
                  <a:tcPr marL="76200" marR="76200" marT="50800" marB="50800" anchor="ctr"/>
                </a:tc>
                <a:extLst>
                  <a:ext uri="{0D108BD9-81ED-4DB2-BD59-A6C34878D82A}">
                    <a16:rowId xmlns:a16="http://schemas.microsoft.com/office/drawing/2014/main" val="3809289733"/>
                  </a:ext>
                </a:extLst>
              </a:tr>
              <a:tr h="370840">
                <a:tc rowSpan="4">
                  <a:txBody>
                    <a:bodyPr/>
                    <a:lstStyle/>
                    <a:p>
                      <a:pPr algn="ctr" rtl="0">
                        <a:buNone/>
                      </a:pPr>
                      <a:r>
                        <a:rPr lang="en-IN" b="1">
                          <a:solidFill>
                            <a:srgbClr val="1F1F1F"/>
                          </a:solidFill>
                          <a:effectLst/>
                          <a:latin typeface="Google Sans Text"/>
                        </a:rPr>
                        <a:t>Technical Team</a:t>
                      </a:r>
                      <a:endParaRPr lang="en-IN">
                        <a:solidFill>
                          <a:srgbClr val="1F1F1F"/>
                        </a:solidFill>
                        <a:effectLst/>
                        <a:latin typeface="Google Sans Text"/>
                      </a:endParaRPr>
                    </a:p>
                  </a:txBody>
                  <a:tcPr marL="76200" marR="76200" marT="50800" marB="50800" anchor="ctr"/>
                </a:tc>
                <a:tc>
                  <a:txBody>
                    <a:bodyPr/>
                    <a:lstStyle/>
                    <a:p>
                      <a:pPr lvl="0" algn="l">
                        <a:lnSpc>
                          <a:spcPct val="100000"/>
                        </a:lnSpc>
                        <a:spcBef>
                          <a:spcPts val="0"/>
                        </a:spcBef>
                        <a:spcAft>
                          <a:spcPts val="0"/>
                        </a:spcAft>
                        <a:buNone/>
                      </a:pPr>
                      <a:r>
                        <a:rPr lang="en-IN" sz="1400" b="1" i="0" u="none" strike="noStrike" noProof="0">
                          <a:solidFill>
                            <a:srgbClr val="1F1F1F"/>
                          </a:solidFill>
                          <a:effectLst/>
                        </a:rPr>
                        <a:t>Model Lead</a:t>
                      </a:r>
                      <a:endParaRPr lang="en-US"/>
                    </a:p>
                    <a:p>
                      <a:pPr lvl="0" algn="l">
                        <a:lnSpc>
                          <a:spcPct val="100000"/>
                        </a:lnSpc>
                        <a:spcBef>
                          <a:spcPts val="0"/>
                        </a:spcBef>
                        <a:spcAft>
                          <a:spcPts val="0"/>
                        </a:spcAft>
                        <a:buNone/>
                      </a:pPr>
                      <a:r>
                        <a:rPr lang="en-IN" sz="1400" b="0" i="1" u="none" strike="noStrike" noProof="0">
                          <a:solidFill>
                            <a:srgbClr val="1F1F1F"/>
                          </a:solidFill>
                          <a:effectLst/>
                        </a:rPr>
                        <a:t>(AI / ML Engineer, NLP)</a:t>
                      </a:r>
                      <a:endParaRPr lang="en-IN"/>
                    </a:p>
                    <a:p>
                      <a:pPr rtl="0">
                        <a:buNone/>
                      </a:pPr>
                      <a:r>
                        <a:rPr lang="en-IN" b="1">
                          <a:solidFill>
                            <a:srgbClr val="1F1F1F"/>
                          </a:solidFill>
                          <a:effectLst/>
                          <a:latin typeface="Google Sans Text"/>
                        </a:rPr>
                        <a:t>(Sivasubramani K J)</a:t>
                      </a:r>
                      <a:endParaRPr lang="en-IN">
                        <a:solidFill>
                          <a:srgbClr val="1F1F1F"/>
                        </a:solidFill>
                        <a:effectLst/>
                        <a:latin typeface="Google Sans Text"/>
                      </a:endParaRPr>
                    </a:p>
                  </a:txBody>
                  <a:tcPr marL="76200" marR="76200" marT="50800" marB="50800" anchor="ctr"/>
                </a:tc>
                <a:tc>
                  <a:txBody>
                    <a:bodyPr/>
                    <a:lstStyle/>
                    <a:p>
                      <a:pPr lvl="0">
                        <a:buNone/>
                      </a:pPr>
                      <a:r>
                        <a:rPr lang="en-US" sz="1400" b="0" i="0" u="none" strike="noStrike" noProof="0">
                          <a:solidFill>
                            <a:srgbClr val="1F1F1F"/>
                          </a:solidFill>
                          <a:effectLst/>
                        </a:rPr>
                        <a:t>Fine-tuning the BART-base model on the IN-Abs dataset, managing hyperparameter loops, and handling GPU compute execution.</a:t>
                      </a:r>
                      <a:endParaRPr lang="en-US"/>
                    </a:p>
                  </a:txBody>
                  <a:tcPr marL="76200" marR="76200" marT="50800" marB="50800" anchor="ctr"/>
                </a:tc>
                <a:extLst>
                  <a:ext uri="{0D108BD9-81ED-4DB2-BD59-A6C34878D82A}">
                    <a16:rowId xmlns:a16="http://schemas.microsoft.com/office/drawing/2014/main" val="1041077400"/>
                  </a:ext>
                </a:extLst>
              </a:tr>
              <a:tr h="370840">
                <a:tc vMerge="1">
                  <a:txBody>
                    <a:bodyPr/>
                    <a:lstStyle/>
                    <a:p>
                      <a:pPr rtl="0">
                        <a:buNone/>
                      </a:pPr>
                      <a:endParaRPr lang="en-IN">
                        <a:solidFill>
                          <a:srgbClr val="1F1F1F"/>
                        </a:solidFill>
                        <a:effectLst/>
                        <a:latin typeface="Google Sans Text"/>
                      </a:endParaRPr>
                    </a:p>
                  </a:txBody>
                  <a:tcPr marL="76200" marR="76200" marT="50800" marB="50800" anchor="ctr"/>
                </a:tc>
                <a:tc>
                  <a:txBody>
                    <a:bodyPr/>
                    <a:lstStyle/>
                    <a:p>
                      <a:pPr lvl="0" algn="l">
                        <a:lnSpc>
                          <a:spcPct val="100000"/>
                        </a:lnSpc>
                        <a:spcBef>
                          <a:spcPts val="0"/>
                        </a:spcBef>
                        <a:spcAft>
                          <a:spcPts val="0"/>
                        </a:spcAft>
                        <a:buNone/>
                      </a:pPr>
                      <a:r>
                        <a:rPr lang="en-IN" sz="1400" b="1" i="0" u="none" strike="noStrike" noProof="0">
                          <a:solidFill>
                            <a:srgbClr val="1F1F1F"/>
                          </a:solidFill>
                          <a:effectLst/>
                          <a:latin typeface="Calibri"/>
                          <a:ea typeface="Calibri"/>
                          <a:cs typeface="Calibri"/>
                        </a:rPr>
                        <a:t>Data &amp; Pruning Lead</a:t>
                      </a:r>
                      <a:endParaRPr lang="en-US" sz="1400" b="0" i="0" u="none" strike="noStrike" noProof="0">
                        <a:solidFill>
                          <a:srgbClr val="000000"/>
                        </a:solidFill>
                        <a:effectLst/>
                        <a:latin typeface="Calibri"/>
                        <a:ea typeface="Calibri"/>
                        <a:cs typeface="Calibri"/>
                      </a:endParaRPr>
                    </a:p>
                    <a:p>
                      <a:pPr lvl="0" algn="l">
                        <a:lnSpc>
                          <a:spcPct val="100000"/>
                        </a:lnSpc>
                        <a:spcBef>
                          <a:spcPts val="0"/>
                        </a:spcBef>
                        <a:spcAft>
                          <a:spcPts val="0"/>
                        </a:spcAft>
                        <a:buNone/>
                      </a:pPr>
                      <a:r>
                        <a:rPr lang="en-IN" sz="1400" b="0" i="1" u="none" strike="noStrike" noProof="0">
                          <a:solidFill>
                            <a:srgbClr val="1F1F1F"/>
                          </a:solidFill>
                          <a:effectLst/>
                          <a:latin typeface="Calibri"/>
                          <a:ea typeface="Calibri"/>
                          <a:cs typeface="Calibri"/>
                        </a:rPr>
                        <a:t>(Data Engineer, Algorithms)</a:t>
                      </a:r>
                      <a:endParaRPr lang="en-IN"/>
                    </a:p>
                    <a:p>
                      <a:pPr lvl="0">
                        <a:buNone/>
                      </a:pPr>
                      <a:r>
                        <a:rPr lang="en-IN" b="1">
                          <a:solidFill>
                            <a:srgbClr val="1F1F1F"/>
                          </a:solidFill>
                          <a:effectLst/>
                          <a:latin typeface="Google Sans Text"/>
                        </a:rPr>
                        <a:t>(Mahima R Iyer)</a:t>
                      </a:r>
                      <a:endParaRPr lang="en-US"/>
                    </a:p>
                  </a:txBody>
                  <a:tcPr marL="76200" marR="76200" marT="50800" marB="50800" anchor="ctr"/>
                </a:tc>
                <a:tc>
                  <a:txBody>
                    <a:bodyPr/>
                    <a:lstStyle/>
                    <a:p>
                      <a:pPr lvl="0">
                        <a:buNone/>
                      </a:pPr>
                      <a:r>
                        <a:rPr lang="en-US" sz="1400" b="0" i="0" u="none" strike="noStrike" noProof="0" dirty="0">
                          <a:solidFill>
                            <a:srgbClr val="1F1F1F"/>
                          </a:solidFill>
                          <a:effectLst/>
                        </a:rPr>
                        <a:t>PDF text extraction, implementing </a:t>
                      </a:r>
                      <a:r>
                        <a:rPr lang="en-US" sz="1400" b="0" i="0" u="none" strike="noStrike" noProof="0" dirty="0" err="1">
                          <a:solidFill>
                            <a:srgbClr val="1F1F1F"/>
                          </a:solidFill>
                          <a:effectLst/>
                        </a:rPr>
                        <a:t>TextRank</a:t>
                      </a:r>
                      <a:r>
                        <a:rPr lang="en-US" sz="1400" b="0" i="0" u="none" strike="noStrike" noProof="0" dirty="0">
                          <a:solidFill>
                            <a:srgbClr val="1F1F1F"/>
                          </a:solidFill>
                          <a:effectLst/>
                        </a:rPr>
                        <a:t>/</a:t>
                      </a:r>
                      <a:r>
                        <a:rPr lang="en-US" sz="1400" b="0" i="0" u="none" strike="noStrike" noProof="0" dirty="0" err="1">
                          <a:solidFill>
                            <a:srgbClr val="1F1F1F"/>
                          </a:solidFill>
                          <a:effectLst/>
                        </a:rPr>
                        <a:t>LexRank</a:t>
                      </a:r>
                      <a:r>
                        <a:rPr lang="en-US" sz="1400" b="0" i="0" u="none" strike="noStrike" noProof="0" dirty="0">
                          <a:solidFill>
                            <a:srgbClr val="1F1F1F"/>
                          </a:solidFill>
                          <a:effectLst/>
                        </a:rPr>
                        <a:t> for algorithmic length pruning, and handling PII redaction logic.</a:t>
                      </a:r>
                      <a:endParaRPr lang="en-US" dirty="0"/>
                    </a:p>
                  </a:txBody>
                  <a:tcPr marL="76200" marR="76200" marT="50800" marB="50800" anchor="ctr"/>
                </a:tc>
                <a:extLst>
                  <a:ext uri="{0D108BD9-81ED-4DB2-BD59-A6C34878D82A}">
                    <a16:rowId xmlns:a16="http://schemas.microsoft.com/office/drawing/2014/main" val="4141038882"/>
                  </a:ext>
                </a:extLst>
              </a:tr>
              <a:tr h="370839">
                <a:tc vMerge="1">
                  <a:txBody>
                    <a:bodyPr/>
                    <a:lstStyle/>
                    <a:p>
                      <a:endParaRPr lang="en-US"/>
                    </a:p>
                  </a:txBody>
                  <a:tcPr/>
                </a:tc>
                <a:tc>
                  <a:txBody>
                    <a:bodyPr/>
                    <a:lstStyle/>
                    <a:p>
                      <a:pPr lvl="0" algn="l">
                        <a:lnSpc>
                          <a:spcPct val="100000"/>
                        </a:lnSpc>
                        <a:spcBef>
                          <a:spcPts val="0"/>
                        </a:spcBef>
                        <a:spcAft>
                          <a:spcPts val="0"/>
                        </a:spcAft>
                        <a:buNone/>
                      </a:pPr>
                      <a:r>
                        <a:rPr lang="en-IN" sz="1400" b="1" i="0" u="none" strike="noStrike" noProof="0">
                          <a:solidFill>
                            <a:srgbClr val="1F1F1F"/>
                          </a:solidFill>
                          <a:effectLst/>
                          <a:latin typeface="Calibri"/>
                          <a:ea typeface="Calibri"/>
                          <a:cs typeface="Calibri"/>
                        </a:rPr>
                        <a:t>Explainability Lead</a:t>
                      </a:r>
                      <a:endParaRPr lang="en-US"/>
                    </a:p>
                    <a:p>
                      <a:pPr lvl="0" algn="l">
                        <a:lnSpc>
                          <a:spcPct val="100000"/>
                        </a:lnSpc>
                        <a:spcBef>
                          <a:spcPts val="0"/>
                        </a:spcBef>
                        <a:spcAft>
                          <a:spcPts val="0"/>
                        </a:spcAft>
                        <a:buNone/>
                      </a:pPr>
                      <a:r>
                        <a:rPr lang="en-IN" sz="1400" b="0" i="1" u="none" strike="noStrike" noProof="0">
                          <a:solidFill>
                            <a:srgbClr val="1F1F1F"/>
                          </a:solidFill>
                          <a:effectLst/>
                          <a:latin typeface="Calibri"/>
                          <a:ea typeface="Calibri"/>
                          <a:cs typeface="Calibri"/>
                        </a:rPr>
                        <a:t>(NLP Logic, Post-Processing)</a:t>
                      </a:r>
                      <a:endParaRPr lang="en-IN"/>
                    </a:p>
                    <a:p>
                      <a:pPr lvl="0">
                        <a:buNone/>
                      </a:pPr>
                      <a:r>
                        <a:rPr lang="en-IN" b="1">
                          <a:solidFill>
                            <a:srgbClr val="1F1F1F"/>
                          </a:solidFill>
                          <a:effectLst/>
                          <a:latin typeface="Google Sans Text"/>
                        </a:rPr>
                        <a:t>(</a:t>
                      </a:r>
                      <a:r>
                        <a:rPr lang="en-IN" sz="1600" b="1" i="0" u="none" strike="noStrike" noProof="0">
                          <a:solidFill>
                            <a:srgbClr val="000000"/>
                          </a:solidFill>
                          <a:effectLst/>
                          <a:latin typeface="Calibri"/>
                          <a:ea typeface="Calibri"/>
                          <a:cs typeface="Calibri"/>
                        </a:rPr>
                        <a:t>Akula Manideep Reddy</a:t>
                      </a:r>
                      <a:r>
                        <a:rPr lang="en-IN" b="1">
                          <a:solidFill>
                            <a:srgbClr val="1F1F1F"/>
                          </a:solidFill>
                          <a:effectLst/>
                          <a:latin typeface="Google Sans Text"/>
                        </a:rPr>
                        <a:t>)</a:t>
                      </a:r>
                      <a:endParaRPr lang="en-IN"/>
                    </a:p>
                  </a:txBody>
                  <a:tcPr marL="76200" marR="76200" marT="50799" marB="50799" anchor="ctr"/>
                </a:tc>
                <a:tc>
                  <a:txBody>
                    <a:bodyPr/>
                    <a:lstStyle/>
                    <a:p>
                      <a:pPr lvl="0">
                        <a:buNone/>
                      </a:pPr>
                      <a:r>
                        <a:rPr lang="en-US" sz="1400" b="0" i="0" u="none" strike="noStrike" noProof="0">
                          <a:solidFill>
                            <a:srgbClr val="1F1F1F"/>
                          </a:solidFill>
                          <a:effectLst/>
                        </a:rPr>
                        <a:t>Developing the Cross-Encoder for the "Cite &amp; Verify" attribution mapping and building the custom Latin-to-plain-English jargon dictionary.</a:t>
                      </a:r>
                      <a:endParaRPr lang="en-US"/>
                    </a:p>
                  </a:txBody>
                  <a:tcPr marL="76200" marR="76200" marT="50799" marB="50799" anchor="ctr"/>
                </a:tc>
                <a:extLst>
                  <a:ext uri="{0D108BD9-81ED-4DB2-BD59-A6C34878D82A}">
                    <a16:rowId xmlns:a16="http://schemas.microsoft.com/office/drawing/2014/main" val="1204080553"/>
                  </a:ext>
                </a:extLst>
              </a:tr>
              <a:tr h="370840">
                <a:tc vMerge="1">
                  <a:txBody>
                    <a:bodyPr/>
                    <a:lstStyle/>
                    <a:p>
                      <a:pPr rtl="0">
                        <a:buNone/>
                      </a:pPr>
                      <a:endParaRPr lang="en-IN">
                        <a:solidFill>
                          <a:srgbClr val="1F1F1F"/>
                        </a:solidFill>
                        <a:effectLst/>
                        <a:latin typeface="Google Sans Text"/>
                      </a:endParaRPr>
                    </a:p>
                  </a:txBody>
                  <a:tcPr marL="76200" marR="76200" marT="50800" marB="50800" anchor="ctr"/>
                </a:tc>
                <a:tc>
                  <a:txBody>
                    <a:bodyPr/>
                    <a:lstStyle/>
                    <a:p>
                      <a:pPr lvl="0" algn="l">
                        <a:lnSpc>
                          <a:spcPct val="100000"/>
                        </a:lnSpc>
                        <a:spcBef>
                          <a:spcPts val="0"/>
                        </a:spcBef>
                        <a:spcAft>
                          <a:spcPts val="0"/>
                        </a:spcAft>
                        <a:buNone/>
                      </a:pPr>
                      <a:r>
                        <a:rPr lang="en-IN" sz="1400" b="1" i="0" u="none" strike="noStrike" noProof="0">
                          <a:solidFill>
                            <a:srgbClr val="1F1F1F"/>
                          </a:solidFill>
                          <a:effectLst/>
                        </a:rPr>
                        <a:t>Integration Lead</a:t>
                      </a:r>
                      <a:endParaRPr lang="en-US"/>
                    </a:p>
                    <a:p>
                      <a:pPr lvl="0" algn="l">
                        <a:lnSpc>
                          <a:spcPct val="100000"/>
                        </a:lnSpc>
                        <a:spcBef>
                          <a:spcPts val="0"/>
                        </a:spcBef>
                        <a:spcAft>
                          <a:spcPts val="0"/>
                        </a:spcAft>
                        <a:buNone/>
                      </a:pPr>
                      <a:r>
                        <a:rPr lang="en-IN" sz="1400" b="0" i="1" u="none" strike="noStrike" noProof="0">
                          <a:solidFill>
                            <a:srgbClr val="1F1F1F"/>
                          </a:solidFill>
                          <a:effectLst/>
                        </a:rPr>
                        <a:t>(DevOps, UI, Evaluation)</a:t>
                      </a:r>
                      <a:endParaRPr lang="en-IN"/>
                    </a:p>
                    <a:p>
                      <a:pPr lvl="0">
                        <a:buNone/>
                      </a:pPr>
                      <a:r>
                        <a:rPr lang="en-IN" b="1">
                          <a:solidFill>
                            <a:srgbClr val="1F1F1F"/>
                          </a:solidFill>
                          <a:effectLst/>
                          <a:latin typeface="Google Sans Text"/>
                        </a:rPr>
                        <a:t>(Samanyu Nair)</a:t>
                      </a:r>
                      <a:endParaRPr lang="en-IN">
                        <a:solidFill>
                          <a:srgbClr val="1F1F1F"/>
                        </a:solidFill>
                        <a:effectLst/>
                        <a:latin typeface="Google Sans Text"/>
                      </a:endParaRPr>
                    </a:p>
                  </a:txBody>
                  <a:tcPr marL="76200" marR="76200" marT="50800" marB="50800" anchor="ctr"/>
                </a:tc>
                <a:tc>
                  <a:txBody>
                    <a:bodyPr/>
                    <a:lstStyle/>
                    <a:p>
                      <a:pPr lvl="0">
                        <a:buNone/>
                      </a:pPr>
                      <a:r>
                        <a:rPr lang="en-US" sz="1400" b="0" i="0" u="none" strike="noStrike" noProof="0" dirty="0">
                          <a:solidFill>
                            <a:srgbClr val="1F1F1F"/>
                          </a:solidFill>
                          <a:effectLst/>
                        </a:rPr>
                        <a:t>Assembly of the final pipeline, building the Click/Rich CLI and </a:t>
                      </a:r>
                      <a:r>
                        <a:rPr lang="en-US" sz="1400" b="0" i="0" u="none" strike="noStrike" noProof="0" dirty="0" err="1">
                          <a:solidFill>
                            <a:srgbClr val="1F1F1F"/>
                          </a:solidFill>
                          <a:effectLst/>
                        </a:rPr>
                        <a:t>Gradio</a:t>
                      </a:r>
                      <a:r>
                        <a:rPr lang="en-US" sz="1400" b="0" i="0" u="none" strike="noStrike" noProof="0" dirty="0">
                          <a:solidFill>
                            <a:srgbClr val="1F1F1F"/>
                          </a:solidFill>
                          <a:effectLst/>
                        </a:rPr>
                        <a:t> web interface, and running ROUGE/</a:t>
                      </a:r>
                      <a:r>
                        <a:rPr lang="en-US" sz="1400" b="0" i="0" u="none" strike="noStrike" noProof="0" dirty="0" err="1">
                          <a:solidFill>
                            <a:srgbClr val="1F1F1F"/>
                          </a:solidFill>
                          <a:effectLst/>
                        </a:rPr>
                        <a:t>BERTScore</a:t>
                      </a:r>
                      <a:r>
                        <a:rPr lang="en-US" sz="1400" b="0" i="0" u="none" strike="noStrike" noProof="0" dirty="0">
                          <a:solidFill>
                            <a:srgbClr val="1F1F1F"/>
                          </a:solidFill>
                          <a:effectLst/>
                        </a:rPr>
                        <a:t> benchmarking.</a:t>
                      </a:r>
                      <a:endParaRPr lang="en-US" dirty="0"/>
                    </a:p>
                  </a:txBody>
                  <a:tcPr marL="76200" marR="76200" marT="50800" marB="50800" anchor="ctr"/>
                </a:tc>
                <a:extLst>
                  <a:ext uri="{0D108BD9-81ED-4DB2-BD59-A6C34878D82A}">
                    <a16:rowId xmlns:a16="http://schemas.microsoft.com/office/drawing/2014/main" val="3157008201"/>
                  </a:ext>
                </a:extLst>
              </a:tr>
            </a:tbl>
          </a:graphicData>
        </a:graphic>
      </p:graphicFrame>
      <p:sp>
        <p:nvSpPr>
          <p:cNvPr id="6" name="TextBox 5">
            <a:extLst>
              <a:ext uri="{FF2B5EF4-FFF2-40B4-BE49-F238E27FC236}">
                <a16:creationId xmlns:a16="http://schemas.microsoft.com/office/drawing/2014/main" id="{40F9A32D-F2C0-354D-E953-37860128BB51}"/>
              </a:ext>
            </a:extLst>
          </p:cNvPr>
          <p:cNvSpPr txBox="1"/>
          <p:nvPr/>
        </p:nvSpPr>
        <p:spPr>
          <a:xfrm>
            <a:off x="541528" y="318290"/>
            <a:ext cx="9175365" cy="596510"/>
          </a:xfrm>
          <a:prstGeom prst="rect">
            <a:avLst/>
          </a:prstGeom>
          <a:noFill/>
        </p:spPr>
        <p:txBody>
          <a:bodyPr wrap="square">
            <a:spAutoFit/>
          </a:bodyPr>
          <a:lstStyle/>
          <a:p>
            <a:pPr lvl="0" eaLnBrk="0" fontAlgn="base" hangingPunct="0">
              <a:lnSpc>
                <a:spcPct val="150000"/>
              </a:lnSpc>
              <a:spcBef>
                <a:spcPct val="0"/>
              </a:spcBef>
              <a:spcAft>
                <a:spcPct val="0"/>
              </a:spcAft>
              <a:buClrTx/>
            </a:pPr>
            <a:r>
              <a:rPr lang="en-US" altLang="en-US" sz="2500" b="1">
                <a:solidFill>
                  <a:srgbClr val="FF0000"/>
                </a:solidFill>
                <a:latin typeface="Perpetua Titling MT" panose="02020502060505020804" pitchFamily="18" charset="0"/>
              </a:rPr>
              <a:t>COLLABORATOR DETAILS:</a:t>
            </a:r>
          </a:p>
        </p:txBody>
      </p:sp>
    </p:spTree>
    <p:extLst>
      <p:ext uri="{BB962C8B-B14F-4D97-AF65-F5344CB8AC3E}">
        <p14:creationId xmlns:p14="http://schemas.microsoft.com/office/powerpoint/2010/main" val="362553939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034"/>
        <p:cNvGrpSpPr/>
        <p:nvPr/>
      </p:nvGrpSpPr>
      <p:grpSpPr>
        <a:xfrm>
          <a:off x="0" y="0"/>
          <a:ext cx="0" cy="0"/>
          <a:chOff x="0" y="0"/>
          <a:chExt cx="0" cy="0"/>
        </a:xfrm>
      </p:grpSpPr>
      <p:sp>
        <p:nvSpPr>
          <p:cNvPr id="2" name="Text Placeholder 1">
            <a:extLst>
              <a:ext uri="{FF2B5EF4-FFF2-40B4-BE49-F238E27FC236}">
                <a16:creationId xmlns:a16="http://schemas.microsoft.com/office/drawing/2014/main" id="{AE507B08-B25D-12A1-1039-197187867A1E}"/>
              </a:ext>
            </a:extLst>
          </p:cNvPr>
          <p:cNvSpPr>
            <a:spLocks noGrp="1" noChangeArrowheads="1"/>
          </p:cNvSpPr>
          <p:nvPr>
            <p:ph type="body" idx="1"/>
          </p:nvPr>
        </p:nvSpPr>
        <p:spPr bwMode="auto">
          <a:xfrm>
            <a:off x="355600" y="456595"/>
            <a:ext cx="11424616" cy="520911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50000"/>
              </a:lnSpc>
              <a:spcBef>
                <a:spcPct val="0"/>
              </a:spcBef>
              <a:spcAft>
                <a:spcPct val="0"/>
              </a:spcAft>
              <a:buClrTx/>
              <a:buSzTx/>
              <a:buNone/>
              <a:tabLst/>
            </a:pPr>
            <a:r>
              <a:rPr kumimoji="0" lang="en-US" altLang="en-US" sz="2500" b="1" u="none" strike="noStrike" cap="none" normalizeH="0" baseline="0" dirty="0">
                <a:ln>
                  <a:noFill/>
                </a:ln>
                <a:solidFill>
                  <a:srgbClr val="FF0000"/>
                </a:solidFill>
                <a:effectLst/>
                <a:latin typeface="Times New Roman"/>
                <a:cs typeface="Times New Roman"/>
              </a:rPr>
              <a:t>Abstract</a:t>
            </a:r>
            <a:r>
              <a:rPr kumimoji="0" lang="en-US" altLang="en-US" sz="2200" b="1" u="none" strike="noStrike" cap="none" normalizeH="0" baseline="0" dirty="0">
                <a:ln>
                  <a:noFill/>
                </a:ln>
                <a:solidFill>
                  <a:srgbClr val="FF0000"/>
                </a:solidFill>
                <a:effectLst/>
                <a:latin typeface="Times New Roman"/>
                <a:cs typeface="Times New Roman"/>
              </a:rPr>
              <a:t>:</a:t>
            </a:r>
            <a:endParaRPr lang="en-US" altLang="en-US" sz="2200" b="1" u="none" strike="noStrike" cap="none" normalizeH="0" baseline="0" dirty="0">
              <a:ln>
                <a:noFill/>
              </a:ln>
              <a:solidFill>
                <a:srgbClr val="FF0000"/>
              </a:solidFill>
              <a:effectLst/>
              <a:latin typeface="Times New Roman"/>
              <a:cs typeface="Times New Roman"/>
            </a:endParaRPr>
          </a:p>
          <a:p>
            <a:r>
              <a:rPr lang="en-US" sz="1500" b="1" dirty="0">
                <a:solidFill>
                  <a:schemeClr val="tx1"/>
                </a:solidFill>
                <a:latin typeface="Times New Roman"/>
                <a:cs typeface="Times New Roman"/>
              </a:rPr>
              <a:t>Context: </a:t>
            </a:r>
            <a:r>
              <a:rPr lang="en-US" sz="1500" dirty="0">
                <a:solidFill>
                  <a:schemeClr val="tx1"/>
                </a:solidFill>
                <a:latin typeface="Times New Roman"/>
                <a:cs typeface="Times New Roman"/>
              </a:rPr>
              <a:t>The Indian judicial system faces a severe backlog of over 51 million pending cases, largely due to the time-intensive process of manual legal research and analysis of lengthy, complex documents. Legal texts pose significant challenges for Natural Language Processing (NLP) because of their intricate structure, domain-specific language, and the need for factually accurate, coherent summaries. Existing summarization approaches struggle with long documents, hallucinations, and accessibility for non-legal users. To address these issues, this project proposes a novel legal document summarization system that simplifies and democratizes access to legal information, supporting </a:t>
            </a:r>
            <a:r>
              <a:rPr lang="en-US" sz="1500" b="1" dirty="0">
                <a:solidFill>
                  <a:schemeClr val="tx1"/>
                </a:solidFill>
                <a:latin typeface="Times New Roman"/>
                <a:cs typeface="Times New Roman"/>
              </a:rPr>
              <a:t>SDG 16 (Peace, Justice, and Strong Institutions)</a:t>
            </a:r>
            <a:r>
              <a:rPr lang="en-US" sz="1500" dirty="0">
                <a:solidFill>
                  <a:schemeClr val="tx1"/>
                </a:solidFill>
                <a:latin typeface="Times New Roman"/>
                <a:cs typeface="Times New Roman"/>
              </a:rPr>
              <a:t>, particularly </a:t>
            </a:r>
            <a:r>
              <a:rPr lang="en-US" sz="1500" b="1" dirty="0">
                <a:solidFill>
                  <a:schemeClr val="tx1"/>
                </a:solidFill>
                <a:latin typeface="Times New Roman"/>
                <a:cs typeface="Times New Roman"/>
              </a:rPr>
              <a:t>Target 16.3</a:t>
            </a:r>
            <a:r>
              <a:rPr lang="en-US" sz="1500" dirty="0">
                <a:solidFill>
                  <a:schemeClr val="tx1"/>
                </a:solidFill>
                <a:latin typeface="Times New Roman"/>
                <a:cs typeface="Times New Roman"/>
              </a:rPr>
              <a:t>, by promoting equal access to justice and bridging the gap between the judiciary and the public.</a:t>
            </a:r>
          </a:p>
          <a:p>
            <a:r>
              <a:rPr lang="en-US" sz="1500" b="1" dirty="0">
                <a:solidFill>
                  <a:schemeClr val="tx1"/>
                </a:solidFill>
                <a:latin typeface="Times New Roman"/>
                <a:cs typeface="Times New Roman"/>
              </a:rPr>
              <a:t>Approach: </a:t>
            </a:r>
            <a:r>
              <a:rPr lang="en-US" sz="1500" dirty="0">
                <a:solidFill>
                  <a:schemeClr val="tx1"/>
                </a:solidFill>
                <a:latin typeface="Times New Roman"/>
                <a:cs typeface="Times New Roman"/>
              </a:rPr>
              <a:t>This project introduces a robust three-stage pipeline for summarizing lengthy Indian Supreme Court judgments. First, an intelligent document pruning stage uses extractive summarization techniques such as </a:t>
            </a:r>
            <a:r>
              <a:rPr lang="en-US" sz="1500" dirty="0" err="1">
                <a:solidFill>
                  <a:schemeClr val="tx1"/>
                </a:solidFill>
                <a:latin typeface="Times New Roman"/>
                <a:cs typeface="Times New Roman"/>
              </a:rPr>
              <a:t>TextRank</a:t>
            </a:r>
            <a:r>
              <a:rPr lang="en-US" sz="1500" dirty="0">
                <a:solidFill>
                  <a:schemeClr val="tx1"/>
                </a:solidFill>
                <a:latin typeface="Times New Roman"/>
                <a:cs typeface="Times New Roman"/>
              </a:rPr>
              <a:t> or </a:t>
            </a:r>
            <a:r>
              <a:rPr lang="en-US" sz="1500" dirty="0" err="1">
                <a:solidFill>
                  <a:schemeClr val="tx1"/>
                </a:solidFill>
                <a:latin typeface="Times New Roman"/>
                <a:cs typeface="Times New Roman"/>
              </a:rPr>
              <a:t>LexRank</a:t>
            </a:r>
            <a:r>
              <a:rPr lang="en-US" sz="1500" dirty="0">
                <a:solidFill>
                  <a:schemeClr val="tx1"/>
                </a:solidFill>
                <a:latin typeface="Times New Roman"/>
                <a:cs typeface="Times New Roman"/>
              </a:rPr>
              <a:t> to reduce document length by over 70%, enabling efficient processing of long legal texts. The pruned content is then passed to a fine-tuned NLP model trained on the IN-Abs dataset to generate fluent and accurate abstractive summaries. Finally, a post-processing stage enhances reliability and accessibility by mapping each summary sentence to its corresponding source paragraph with confidence scores to minimize AI hallucinations and provide verifiable citations, while also simplifying complex legal jargon into plain language, making the summaries easier for non-legal users to understand.</a:t>
            </a:r>
          </a:p>
          <a:p>
            <a:r>
              <a:rPr lang="en-US" sz="1500" b="1" dirty="0">
                <a:solidFill>
                  <a:schemeClr val="tx1"/>
                </a:solidFill>
                <a:latin typeface="Times New Roman"/>
                <a:cs typeface="Times New Roman"/>
              </a:rPr>
              <a:t>Benchmark: </a:t>
            </a:r>
            <a:r>
              <a:rPr lang="en-US" sz="1500" dirty="0">
                <a:solidFill>
                  <a:schemeClr val="tx1"/>
                </a:solidFill>
                <a:latin typeface="Times New Roman"/>
                <a:cs typeface="Times New Roman"/>
              </a:rPr>
              <a:t>The proposed system will be evaluated using both automatic metrics and human assessments to ensure accuracy and practical usefulness. The </a:t>
            </a:r>
            <a:r>
              <a:rPr lang="en-US" sz="1500" b="1" dirty="0">
                <a:solidFill>
                  <a:schemeClr val="tx1"/>
                </a:solidFill>
                <a:latin typeface="Times New Roman"/>
                <a:cs typeface="Times New Roman"/>
              </a:rPr>
              <a:t>IN-Abs</a:t>
            </a:r>
            <a:r>
              <a:rPr lang="en-US" sz="1500" dirty="0">
                <a:solidFill>
                  <a:schemeClr val="tx1"/>
                </a:solidFill>
                <a:latin typeface="Times New Roman"/>
                <a:cs typeface="Times New Roman"/>
              </a:rPr>
              <a:t> dataset will serve as the primary benchmark for fine-tuning and evaluation. Performance will be measured using </a:t>
            </a:r>
            <a:r>
              <a:rPr lang="en-US" sz="1500" b="1" dirty="0">
                <a:solidFill>
                  <a:schemeClr val="tx1"/>
                </a:solidFill>
                <a:latin typeface="Times New Roman"/>
                <a:cs typeface="Times New Roman"/>
              </a:rPr>
              <a:t>ROUGE-1, ROUGE-2, and ROUGE-L F1 scores</a:t>
            </a:r>
            <a:r>
              <a:rPr lang="en-US" sz="1500" dirty="0">
                <a:solidFill>
                  <a:schemeClr val="tx1"/>
                </a:solidFill>
                <a:latin typeface="Times New Roman"/>
                <a:cs typeface="Times New Roman"/>
              </a:rPr>
              <a:t>, which assess n-gram overlap with reference summaries, and </a:t>
            </a:r>
            <a:r>
              <a:rPr lang="en-US" sz="1500" b="1" dirty="0" err="1">
                <a:solidFill>
                  <a:schemeClr val="tx1"/>
                </a:solidFill>
                <a:latin typeface="Times New Roman"/>
                <a:cs typeface="Times New Roman"/>
              </a:rPr>
              <a:t>BERTScore</a:t>
            </a:r>
            <a:r>
              <a:rPr lang="en-US" sz="1500" dirty="0">
                <a:solidFill>
                  <a:schemeClr val="tx1"/>
                </a:solidFill>
                <a:latin typeface="Times New Roman"/>
                <a:cs typeface="Times New Roman"/>
              </a:rPr>
              <a:t>, which evaluates semantic similarity using contextual embeddings to better capture meaning. Additionally, a qualitative human evaluation will be conducted on a random sample of generated summaries, where participants will assess </a:t>
            </a:r>
            <a:r>
              <a:rPr lang="en-US" sz="1500" b="1" dirty="0">
                <a:solidFill>
                  <a:schemeClr val="tx1"/>
                </a:solidFill>
                <a:latin typeface="Times New Roman"/>
                <a:cs typeface="Times New Roman"/>
              </a:rPr>
              <a:t>relevance, coherence, and factual consistency</a:t>
            </a:r>
            <a:r>
              <a:rPr lang="en-US" sz="1500" dirty="0">
                <a:solidFill>
                  <a:schemeClr val="tx1"/>
                </a:solidFill>
                <a:latin typeface="Times New Roman"/>
                <a:cs typeface="Times New Roman"/>
              </a:rPr>
              <a:t>, providing valuable insights into the system's reliability, trustworthiness, and real-world applicability.</a:t>
            </a:r>
          </a:p>
        </p:txBody>
      </p:sp>
    </p:spTree>
  </p:cSld>
  <p:clrMapOvr>
    <a:masterClrMapping/>
  </p:clrMapOvr>
</p:sld>
</file>

<file path=ppt/theme/theme1.xml><?xml version="1.0" encoding="utf-8"?>
<a:theme xmlns:a="http://schemas.openxmlformats.org/drawingml/2006/main" name="2_Presentation slides">
  <a:themeElements>
    <a:clrScheme name="Office Them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Presentation slides">
  <a:themeElements>
    <a:clrScheme name="Office Them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697</Words>
  <Application>Microsoft Office PowerPoint</Application>
  <PresentationFormat>Widescreen</PresentationFormat>
  <Paragraphs>62</Paragraphs>
  <Slides>4</Slides>
  <Notes>3</Notes>
  <HiddenSlides>0</HiddenSlides>
  <MMClips>0</MMClips>
  <ScaleCrop>false</ScaleCrop>
  <HeadingPairs>
    <vt:vector size="6" baseType="variant">
      <vt:variant>
        <vt:lpstr>Fonts Used</vt:lpstr>
      </vt:variant>
      <vt:variant>
        <vt:i4>7</vt:i4>
      </vt:variant>
      <vt:variant>
        <vt:lpstr>Theme</vt:lpstr>
      </vt:variant>
      <vt:variant>
        <vt:i4>2</vt:i4>
      </vt:variant>
      <vt:variant>
        <vt:lpstr>Slide Titles</vt:lpstr>
      </vt:variant>
      <vt:variant>
        <vt:i4>4</vt:i4>
      </vt:variant>
    </vt:vector>
  </HeadingPairs>
  <TitlesOfParts>
    <vt:vector size="13" baseType="lpstr">
      <vt:lpstr>Avenir</vt:lpstr>
      <vt:lpstr>Times New Roman</vt:lpstr>
      <vt:lpstr>Poppins</vt:lpstr>
      <vt:lpstr>Perpetua Titling MT</vt:lpstr>
      <vt:lpstr>Calibri</vt:lpstr>
      <vt:lpstr>Arial</vt:lpstr>
      <vt:lpstr>Google Sans Text</vt:lpstr>
      <vt:lpstr>2_Presentation slides</vt:lpstr>
      <vt:lpstr>Presentation slides</vt:lpstr>
      <vt:lpstr>PowerPoint Presentation</vt:lpstr>
      <vt:lpstr>LEGAL DOCUMENT SUMMARIZER</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Senthil</dc:creator>
  <cp:lastModifiedBy>Sivasubramani K J</cp:lastModifiedBy>
  <cp:revision>63</cp:revision>
  <dcterms:modified xsi:type="dcterms:W3CDTF">2026-07-05T17:59:59Z</dcterms:modified>
</cp:coreProperties>
</file>